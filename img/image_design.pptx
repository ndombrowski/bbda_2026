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93" r:id="rId2"/>
    <p:sldId id="291" r:id="rId3"/>
    <p:sldId id="294" r:id="rId4"/>
    <p:sldId id="295" r:id="rId5"/>
    <p:sldId id="290" r:id="rId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7D23"/>
    <a:srgbClr val="215F9A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FDC7CA-1F18-4133-AE79-B0A4B3BEE4B5}" v="25" dt="2026-09-24T08:57:50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a Dombrowski" userId="1f2bfacd-2a29-43dd-9bcd-fba75591e3fa" providerId="ADAL" clId="{A1E0730E-2E14-4CD5-AA17-1C7BD8AC580B}"/>
    <pc:docChg chg="undo custSel addSld delSld modSld">
      <pc:chgData name="Nina Dombrowski" userId="1f2bfacd-2a29-43dd-9bcd-fba75591e3fa" providerId="ADAL" clId="{A1E0730E-2E14-4CD5-AA17-1C7BD8AC580B}" dt="2026-09-24T08:57:50.400" v="1691" actId="164"/>
      <pc:docMkLst>
        <pc:docMk/>
      </pc:docMkLst>
      <pc:sldChg chg="addSp delSp modSp del mod">
        <pc:chgData name="Nina Dombrowski" userId="1f2bfacd-2a29-43dd-9bcd-fba75591e3fa" providerId="ADAL" clId="{A1E0730E-2E14-4CD5-AA17-1C7BD8AC580B}" dt="2026-09-24T08:06:05.563" v="163" actId="47"/>
        <pc:sldMkLst>
          <pc:docMk/>
          <pc:sldMk cId="3960934056" sldId="256"/>
        </pc:sldMkLst>
        <pc:spChg chg="mod topLvl">
          <ac:chgData name="Nina Dombrowski" userId="1f2bfacd-2a29-43dd-9bcd-fba75591e3fa" providerId="ADAL" clId="{A1E0730E-2E14-4CD5-AA17-1C7BD8AC580B}" dt="2026-09-24T07:12:55.778" v="37" actId="1037"/>
          <ac:spMkLst>
            <pc:docMk/>
            <pc:sldMk cId="3960934056" sldId="256"/>
            <ac:spMk id="4" creationId="{D045D440-78C1-4C0D-5F4F-BC42E79077A2}"/>
          </ac:spMkLst>
        </pc:spChg>
        <pc:spChg chg="add del mod">
          <ac:chgData name="Nina Dombrowski" userId="1f2bfacd-2a29-43dd-9bcd-fba75591e3fa" providerId="ADAL" clId="{A1E0730E-2E14-4CD5-AA17-1C7BD8AC580B}" dt="2026-09-24T07:12:58.653" v="40" actId="21"/>
          <ac:spMkLst>
            <pc:docMk/>
            <pc:sldMk cId="3960934056" sldId="256"/>
            <ac:spMk id="5" creationId="{C057DE56-0615-2F14-6C4F-9B9845C94AAF}"/>
          </ac:spMkLst>
        </pc:spChg>
        <pc:spChg chg="add mod">
          <ac:chgData name="Nina Dombrowski" userId="1f2bfacd-2a29-43dd-9bcd-fba75591e3fa" providerId="ADAL" clId="{A1E0730E-2E14-4CD5-AA17-1C7BD8AC580B}" dt="2026-09-24T07:18:54.582" v="152" actId="1076"/>
          <ac:spMkLst>
            <pc:docMk/>
            <pc:sldMk cId="3960934056" sldId="256"/>
            <ac:spMk id="5" creationId="{C9047F15-CBCF-F886-8197-519D813D5204}"/>
          </ac:spMkLst>
        </pc:spChg>
        <pc:spChg chg="mod topLvl">
          <ac:chgData name="Nina Dombrowski" userId="1f2bfacd-2a29-43dd-9bcd-fba75591e3fa" providerId="ADAL" clId="{A1E0730E-2E14-4CD5-AA17-1C7BD8AC580B}" dt="2026-09-24T06:50:06.879" v="0" actId="165"/>
          <ac:spMkLst>
            <pc:docMk/>
            <pc:sldMk cId="3960934056" sldId="256"/>
            <ac:spMk id="7" creationId="{2B05F203-F766-9E72-9F9B-EFF0720AE500}"/>
          </ac:spMkLst>
        </pc:spChg>
        <pc:spChg chg="mod">
          <ac:chgData name="Nina Dombrowski" userId="1f2bfacd-2a29-43dd-9bcd-fba75591e3fa" providerId="ADAL" clId="{A1E0730E-2E14-4CD5-AA17-1C7BD8AC580B}" dt="2026-09-24T07:46:07.434" v="162" actId="164"/>
          <ac:spMkLst>
            <pc:docMk/>
            <pc:sldMk cId="3960934056" sldId="256"/>
            <ac:spMk id="8" creationId="{F1A1917C-FF36-898A-402E-85CB4E7CC561}"/>
          </ac:spMkLst>
        </pc:spChg>
        <pc:spChg chg="mod">
          <ac:chgData name="Nina Dombrowski" userId="1f2bfacd-2a29-43dd-9bcd-fba75591e3fa" providerId="ADAL" clId="{A1E0730E-2E14-4CD5-AA17-1C7BD8AC580B}" dt="2026-09-24T07:46:07.434" v="162" actId="164"/>
          <ac:spMkLst>
            <pc:docMk/>
            <pc:sldMk cId="3960934056" sldId="256"/>
            <ac:spMk id="9" creationId="{DE512159-F005-980F-D3D3-BA6844052EB0}"/>
          </ac:spMkLst>
        </pc:spChg>
        <pc:spChg chg="mod topLvl">
          <ac:chgData name="Nina Dombrowski" userId="1f2bfacd-2a29-43dd-9bcd-fba75591e3fa" providerId="ADAL" clId="{A1E0730E-2E14-4CD5-AA17-1C7BD8AC580B}" dt="2026-09-24T07:11:35.769" v="5" actId="6549"/>
          <ac:spMkLst>
            <pc:docMk/>
            <pc:sldMk cId="3960934056" sldId="256"/>
            <ac:spMk id="10" creationId="{FF7DD1AD-9BCE-34E9-C91F-FE633D814B01}"/>
          </ac:spMkLst>
        </pc:spChg>
        <pc:spChg chg="mod topLvl">
          <ac:chgData name="Nina Dombrowski" userId="1f2bfacd-2a29-43dd-9bcd-fba75591e3fa" providerId="ADAL" clId="{A1E0730E-2E14-4CD5-AA17-1C7BD8AC580B}" dt="2026-09-24T07:46:07.434" v="162" actId="164"/>
          <ac:spMkLst>
            <pc:docMk/>
            <pc:sldMk cId="3960934056" sldId="256"/>
            <ac:spMk id="11" creationId="{679532BE-FAB5-8268-5E71-4B94DDB32B28}"/>
          </ac:spMkLst>
        </pc:spChg>
        <pc:spChg chg="mod">
          <ac:chgData name="Nina Dombrowski" userId="1f2bfacd-2a29-43dd-9bcd-fba75591e3fa" providerId="ADAL" clId="{A1E0730E-2E14-4CD5-AA17-1C7BD8AC580B}" dt="2026-09-24T07:30:14.259" v="155" actId="113"/>
          <ac:spMkLst>
            <pc:docMk/>
            <pc:sldMk cId="3960934056" sldId="256"/>
            <ac:spMk id="13" creationId="{7962918C-0814-56FD-CC01-874B6DB80D87}"/>
          </ac:spMkLst>
        </pc:spChg>
        <pc:spChg chg="mod">
          <ac:chgData name="Nina Dombrowski" userId="1f2bfacd-2a29-43dd-9bcd-fba75591e3fa" providerId="ADAL" clId="{A1E0730E-2E14-4CD5-AA17-1C7BD8AC580B}" dt="2026-09-24T07:46:07.434" v="162" actId="164"/>
          <ac:spMkLst>
            <pc:docMk/>
            <pc:sldMk cId="3960934056" sldId="256"/>
            <ac:spMk id="14" creationId="{F320FF99-C067-1BCA-AEEF-A33AF3D09B70}"/>
          </ac:spMkLst>
        </pc:spChg>
        <pc:spChg chg="mod topLvl">
          <ac:chgData name="Nina Dombrowski" userId="1f2bfacd-2a29-43dd-9bcd-fba75591e3fa" providerId="ADAL" clId="{A1E0730E-2E14-4CD5-AA17-1C7BD8AC580B}" dt="2026-09-24T07:46:07.434" v="162" actId="164"/>
          <ac:spMkLst>
            <pc:docMk/>
            <pc:sldMk cId="3960934056" sldId="256"/>
            <ac:spMk id="15" creationId="{5764C468-27E7-D485-4D03-16652C75A0B3}"/>
          </ac:spMkLst>
        </pc:spChg>
        <pc:spChg chg="add del mod">
          <ac:chgData name="Nina Dombrowski" userId="1f2bfacd-2a29-43dd-9bcd-fba75591e3fa" providerId="ADAL" clId="{A1E0730E-2E14-4CD5-AA17-1C7BD8AC580B}" dt="2026-09-24T07:12:58.653" v="40" actId="21"/>
          <ac:spMkLst>
            <pc:docMk/>
            <pc:sldMk cId="3960934056" sldId="256"/>
            <ac:spMk id="16" creationId="{B3D1DCEC-DA7B-B6B9-9E7F-B3CE38B44972}"/>
          </ac:spMkLst>
        </pc:spChg>
        <pc:spChg chg="add del mod">
          <ac:chgData name="Nina Dombrowski" userId="1f2bfacd-2a29-43dd-9bcd-fba75591e3fa" providerId="ADAL" clId="{A1E0730E-2E14-4CD5-AA17-1C7BD8AC580B}" dt="2026-09-24T07:12:58.653" v="40" actId="21"/>
          <ac:spMkLst>
            <pc:docMk/>
            <pc:sldMk cId="3960934056" sldId="256"/>
            <ac:spMk id="19" creationId="{41825A4B-B6D9-4E18-156D-9801ED26BC9F}"/>
          </ac:spMkLst>
        </pc:spChg>
        <pc:spChg chg="add mod">
          <ac:chgData name="Nina Dombrowski" userId="1f2bfacd-2a29-43dd-9bcd-fba75591e3fa" providerId="ADAL" clId="{A1E0730E-2E14-4CD5-AA17-1C7BD8AC580B}" dt="2026-09-24T07:46:07.434" v="162" actId="164"/>
          <ac:spMkLst>
            <pc:docMk/>
            <pc:sldMk cId="3960934056" sldId="256"/>
            <ac:spMk id="21" creationId="{86342743-6A1D-5F5D-C87E-60E111D59DE8}"/>
          </ac:spMkLst>
        </pc:spChg>
        <pc:spChg chg="add mod">
          <ac:chgData name="Nina Dombrowski" userId="1f2bfacd-2a29-43dd-9bcd-fba75591e3fa" providerId="ADAL" clId="{A1E0730E-2E14-4CD5-AA17-1C7BD8AC580B}" dt="2026-09-24T07:15:23.371" v="137" actId="1037"/>
          <ac:spMkLst>
            <pc:docMk/>
            <pc:sldMk cId="3960934056" sldId="256"/>
            <ac:spMk id="23" creationId="{F411C7DA-B95C-211B-97E4-3B2F299C1042}"/>
          </ac:spMkLst>
        </pc:spChg>
        <pc:spChg chg="mod">
          <ac:chgData name="Nina Dombrowski" userId="1f2bfacd-2a29-43dd-9bcd-fba75591e3fa" providerId="ADAL" clId="{A1E0730E-2E14-4CD5-AA17-1C7BD8AC580B}" dt="2026-09-24T07:46:07.434" v="162" actId="164"/>
          <ac:spMkLst>
            <pc:docMk/>
            <pc:sldMk cId="3960934056" sldId="256"/>
            <ac:spMk id="24" creationId="{45744D7A-E8EE-87E0-318A-DFFB235FD6A9}"/>
          </ac:spMkLst>
        </pc:spChg>
        <pc:spChg chg="add del mod">
          <ac:chgData name="Nina Dombrowski" userId="1f2bfacd-2a29-43dd-9bcd-fba75591e3fa" providerId="ADAL" clId="{A1E0730E-2E14-4CD5-AA17-1C7BD8AC580B}" dt="2026-09-24T07:13:09.940" v="59" actId="1037"/>
          <ac:spMkLst>
            <pc:docMk/>
            <pc:sldMk cId="3960934056" sldId="256"/>
            <ac:spMk id="25" creationId="{AA59D390-7F94-414D-F6D1-89D81157857F}"/>
          </ac:spMkLst>
        </pc:spChg>
        <pc:spChg chg="mod">
          <ac:chgData name="Nina Dombrowski" userId="1f2bfacd-2a29-43dd-9bcd-fba75591e3fa" providerId="ADAL" clId="{A1E0730E-2E14-4CD5-AA17-1C7BD8AC580B}" dt="2026-09-24T07:12:55.778" v="37" actId="1037"/>
          <ac:spMkLst>
            <pc:docMk/>
            <pc:sldMk cId="3960934056" sldId="256"/>
            <ac:spMk id="26" creationId="{113F94F8-A742-EE51-5D29-2384B5A6B5D0}"/>
          </ac:spMkLst>
        </pc:spChg>
        <pc:spChg chg="mod topLvl">
          <ac:chgData name="Nina Dombrowski" userId="1f2bfacd-2a29-43dd-9bcd-fba75591e3fa" providerId="ADAL" clId="{A1E0730E-2E14-4CD5-AA17-1C7BD8AC580B}" dt="2026-09-24T07:30:16.579" v="156" actId="113"/>
          <ac:spMkLst>
            <pc:docMk/>
            <pc:sldMk cId="3960934056" sldId="256"/>
            <ac:spMk id="27" creationId="{D5BBD72A-355B-A80A-FF79-5B3268DC475D}"/>
          </ac:spMkLst>
        </pc:spChg>
        <pc:spChg chg="mod topLvl">
          <ac:chgData name="Nina Dombrowski" userId="1f2bfacd-2a29-43dd-9bcd-fba75591e3fa" providerId="ADAL" clId="{A1E0730E-2E14-4CD5-AA17-1C7BD8AC580B}" dt="2026-09-24T07:18:33.505" v="148" actId="20577"/>
          <ac:spMkLst>
            <pc:docMk/>
            <pc:sldMk cId="3960934056" sldId="256"/>
            <ac:spMk id="28" creationId="{7512CD16-20EC-993D-789F-7640DA2090AC}"/>
          </ac:spMkLst>
        </pc:spChg>
        <pc:spChg chg="mod topLvl">
          <ac:chgData name="Nina Dombrowski" userId="1f2bfacd-2a29-43dd-9bcd-fba75591e3fa" providerId="ADAL" clId="{A1E0730E-2E14-4CD5-AA17-1C7BD8AC580B}" dt="2026-09-24T07:46:03.260" v="161" actId="164"/>
          <ac:spMkLst>
            <pc:docMk/>
            <pc:sldMk cId="3960934056" sldId="256"/>
            <ac:spMk id="32" creationId="{8A5DBBCE-44ED-0D81-DD63-AF79DD164729}"/>
          </ac:spMkLst>
        </pc:spChg>
        <pc:spChg chg="mod">
          <ac:chgData name="Nina Dombrowski" userId="1f2bfacd-2a29-43dd-9bcd-fba75591e3fa" providerId="ADAL" clId="{A1E0730E-2E14-4CD5-AA17-1C7BD8AC580B}" dt="2026-09-24T07:11:53.386" v="10" actId="6549"/>
          <ac:spMkLst>
            <pc:docMk/>
            <pc:sldMk cId="3960934056" sldId="256"/>
            <ac:spMk id="33" creationId="{A9DB57F1-8B77-5912-DBFA-0D5D4A6EF311}"/>
          </ac:spMkLst>
        </pc:spChg>
        <pc:spChg chg="mod">
          <ac:chgData name="Nina Dombrowski" userId="1f2bfacd-2a29-43dd-9bcd-fba75591e3fa" providerId="ADAL" clId="{A1E0730E-2E14-4CD5-AA17-1C7BD8AC580B}" dt="2026-09-24T07:30:18.829" v="157" actId="113"/>
          <ac:spMkLst>
            <pc:docMk/>
            <pc:sldMk cId="3960934056" sldId="256"/>
            <ac:spMk id="34" creationId="{B4B141A0-9085-509F-CE00-84A82C0A039D}"/>
          </ac:spMkLst>
        </pc:spChg>
        <pc:spChg chg="mod">
          <ac:chgData name="Nina Dombrowski" userId="1f2bfacd-2a29-43dd-9bcd-fba75591e3fa" providerId="ADAL" clId="{A1E0730E-2E14-4CD5-AA17-1C7BD8AC580B}" dt="2026-09-24T07:46:07.434" v="162" actId="164"/>
          <ac:spMkLst>
            <pc:docMk/>
            <pc:sldMk cId="3960934056" sldId="256"/>
            <ac:spMk id="35" creationId="{15517C3D-262D-90E2-5F6E-2572E6627978}"/>
          </ac:spMkLst>
        </pc:spChg>
        <pc:spChg chg="mod">
          <ac:chgData name="Nina Dombrowski" userId="1f2bfacd-2a29-43dd-9bcd-fba75591e3fa" providerId="ADAL" clId="{A1E0730E-2E14-4CD5-AA17-1C7BD8AC580B}" dt="2026-09-24T07:46:07.434" v="162" actId="164"/>
          <ac:spMkLst>
            <pc:docMk/>
            <pc:sldMk cId="3960934056" sldId="256"/>
            <ac:spMk id="37" creationId="{C27156E4-B107-F007-E63C-C2635206825E}"/>
          </ac:spMkLst>
        </pc:spChg>
        <pc:spChg chg="mod topLvl">
          <ac:chgData name="Nina Dombrowski" userId="1f2bfacd-2a29-43dd-9bcd-fba75591e3fa" providerId="ADAL" clId="{A1E0730E-2E14-4CD5-AA17-1C7BD8AC580B}" dt="2026-09-24T07:13:09.940" v="59" actId="1037"/>
          <ac:spMkLst>
            <pc:docMk/>
            <pc:sldMk cId="3960934056" sldId="256"/>
            <ac:spMk id="38" creationId="{D66C399C-22A7-7A82-F481-CD39EFCB40C5}"/>
          </ac:spMkLst>
        </pc:spChg>
        <pc:spChg chg="mod topLvl">
          <ac:chgData name="Nina Dombrowski" userId="1f2bfacd-2a29-43dd-9bcd-fba75591e3fa" providerId="ADAL" clId="{A1E0730E-2E14-4CD5-AA17-1C7BD8AC580B}" dt="2026-09-24T06:50:06.879" v="0" actId="165"/>
          <ac:spMkLst>
            <pc:docMk/>
            <pc:sldMk cId="3960934056" sldId="256"/>
            <ac:spMk id="39" creationId="{DB66D24E-A68C-C674-F25E-52E597743723}"/>
          </ac:spMkLst>
        </pc:spChg>
        <pc:spChg chg="mod">
          <ac:chgData name="Nina Dombrowski" userId="1f2bfacd-2a29-43dd-9bcd-fba75591e3fa" providerId="ADAL" clId="{A1E0730E-2E14-4CD5-AA17-1C7BD8AC580B}" dt="2026-09-24T07:15:15.636" v="132" actId="113"/>
          <ac:spMkLst>
            <pc:docMk/>
            <pc:sldMk cId="3960934056" sldId="256"/>
            <ac:spMk id="41" creationId="{5C8D5E14-678E-D298-4FD2-A0A73AFB4DA5}"/>
          </ac:spMkLst>
        </pc:spChg>
        <pc:spChg chg="mod">
          <ac:chgData name="Nina Dombrowski" userId="1f2bfacd-2a29-43dd-9bcd-fba75591e3fa" providerId="ADAL" clId="{A1E0730E-2E14-4CD5-AA17-1C7BD8AC580B}" dt="2026-09-24T07:46:07.434" v="162" actId="164"/>
          <ac:spMkLst>
            <pc:docMk/>
            <pc:sldMk cId="3960934056" sldId="256"/>
            <ac:spMk id="42" creationId="{982B4967-A453-7413-C50F-070AA579BB4D}"/>
          </ac:spMkLst>
        </pc:spChg>
        <pc:spChg chg="add mod">
          <ac:chgData name="Nina Dombrowski" userId="1f2bfacd-2a29-43dd-9bcd-fba75591e3fa" providerId="ADAL" clId="{A1E0730E-2E14-4CD5-AA17-1C7BD8AC580B}" dt="2026-09-24T07:15:23.371" v="137" actId="1037"/>
          <ac:spMkLst>
            <pc:docMk/>
            <pc:sldMk cId="3960934056" sldId="256"/>
            <ac:spMk id="43" creationId="{D761B2EE-25A5-31A7-92BC-F77FF2F6690C}"/>
          </ac:spMkLst>
        </pc:spChg>
        <pc:cxnChg chg="mod">
          <ac:chgData name="Nina Dombrowski" userId="1f2bfacd-2a29-43dd-9bcd-fba75591e3fa" providerId="ADAL" clId="{A1E0730E-2E14-4CD5-AA17-1C7BD8AC580B}" dt="2026-09-24T07:29:34.538" v="154" actId="693"/>
          <ac:cxnSpMkLst>
            <pc:docMk/>
            <pc:sldMk cId="3960934056" sldId="256"/>
            <ac:cxnSpMk id="2" creationId="{852DE008-57A1-CD6D-38DB-6FBDECBD00E4}"/>
          </ac:cxnSpMkLst>
        </pc:cxnChg>
        <pc:cxnChg chg="mod">
          <ac:chgData name="Nina Dombrowski" userId="1f2bfacd-2a29-43dd-9bcd-fba75591e3fa" providerId="ADAL" clId="{A1E0730E-2E14-4CD5-AA17-1C7BD8AC580B}" dt="2026-09-24T07:11:45.723" v="9" actId="478"/>
          <ac:cxnSpMkLst>
            <pc:docMk/>
            <pc:sldMk cId="3960934056" sldId="256"/>
            <ac:cxnSpMk id="29" creationId="{1B02B072-0ADE-6B66-9025-C9530F2C6AEC}"/>
          </ac:cxnSpMkLst>
        </pc:cxnChg>
        <pc:cxnChg chg="mod">
          <ac:chgData name="Nina Dombrowski" userId="1f2bfacd-2a29-43dd-9bcd-fba75591e3fa" providerId="ADAL" clId="{A1E0730E-2E14-4CD5-AA17-1C7BD8AC580B}" dt="2026-09-24T07:29:28.453" v="153" actId="693"/>
          <ac:cxnSpMkLst>
            <pc:docMk/>
            <pc:sldMk cId="3960934056" sldId="256"/>
            <ac:cxnSpMk id="30" creationId="{A954DE12-E116-E8AC-6EEA-1A9B99DF6993}"/>
          </ac:cxnSpMkLst>
        </pc:cxnChg>
      </pc:sldChg>
      <pc:sldChg chg="addSp modSp new del">
        <pc:chgData name="Nina Dombrowski" userId="1f2bfacd-2a29-43dd-9bcd-fba75591e3fa" providerId="ADAL" clId="{A1E0730E-2E14-4CD5-AA17-1C7BD8AC580B}" dt="2026-09-24T08:06:05.563" v="163" actId="47"/>
        <pc:sldMkLst>
          <pc:docMk/>
          <pc:sldMk cId="2917515363" sldId="257"/>
        </pc:sldMkLst>
        <pc:spChg chg="mod">
          <ac:chgData name="Nina Dombrowski" userId="1f2bfacd-2a29-43dd-9bcd-fba75591e3fa" providerId="ADAL" clId="{A1E0730E-2E14-4CD5-AA17-1C7BD8AC580B}" dt="2026-09-24T07:45:24.323" v="159" actId="164"/>
          <ac:spMkLst>
            <pc:docMk/>
            <pc:sldMk cId="2917515363" sldId="257"/>
            <ac:spMk id="4" creationId="{50BEF102-D906-6E58-C118-246B7CC739AC}"/>
          </ac:spMkLst>
        </pc:spChg>
        <pc:spChg chg="add mod">
          <ac:chgData name="Nina Dombrowski" userId="1f2bfacd-2a29-43dd-9bcd-fba75591e3fa" providerId="ADAL" clId="{A1E0730E-2E14-4CD5-AA17-1C7BD8AC580B}" dt="2026-09-24T07:45:24.323" v="159" actId="164"/>
          <ac:spMkLst>
            <pc:docMk/>
            <pc:sldMk cId="2917515363" sldId="257"/>
            <ac:spMk id="5" creationId="{90346708-632E-8A87-53BE-DA98C958B410}"/>
          </ac:spMkLst>
        </pc:spChg>
        <pc:spChg chg="add mod">
          <ac:chgData name="Nina Dombrowski" userId="1f2bfacd-2a29-43dd-9bcd-fba75591e3fa" providerId="ADAL" clId="{A1E0730E-2E14-4CD5-AA17-1C7BD8AC580B}" dt="2026-09-24T06:52:55.075" v="2"/>
          <ac:spMkLst>
            <pc:docMk/>
            <pc:sldMk cId="2917515363" sldId="257"/>
            <ac:spMk id="6" creationId="{F118C34B-5256-EC13-B1B8-74F03F4E0E10}"/>
          </ac:spMkLst>
        </pc:spChg>
        <pc:spChg chg="add mod">
          <ac:chgData name="Nina Dombrowski" userId="1f2bfacd-2a29-43dd-9bcd-fba75591e3fa" providerId="ADAL" clId="{A1E0730E-2E14-4CD5-AA17-1C7BD8AC580B}" dt="2026-09-24T07:45:24.323" v="159" actId="164"/>
          <ac:spMkLst>
            <pc:docMk/>
            <pc:sldMk cId="2917515363" sldId="257"/>
            <ac:spMk id="7" creationId="{84965896-43D3-12D3-58BF-2070325ACB41}"/>
          </ac:spMkLst>
        </pc:spChg>
        <pc:spChg chg="mod">
          <ac:chgData name="Nina Dombrowski" userId="1f2bfacd-2a29-43dd-9bcd-fba75591e3fa" providerId="ADAL" clId="{A1E0730E-2E14-4CD5-AA17-1C7BD8AC580B}" dt="2026-09-24T07:45:24.323" v="159" actId="164"/>
          <ac:spMkLst>
            <pc:docMk/>
            <pc:sldMk cId="2917515363" sldId="257"/>
            <ac:spMk id="8" creationId="{61F57066-82A9-61D3-CA06-E542E3E4F5C2}"/>
          </ac:spMkLst>
        </pc:spChg>
        <pc:spChg chg="mod">
          <ac:chgData name="Nina Dombrowski" userId="1f2bfacd-2a29-43dd-9bcd-fba75591e3fa" providerId="ADAL" clId="{A1E0730E-2E14-4CD5-AA17-1C7BD8AC580B}" dt="2026-09-24T07:45:24.323" v="159" actId="164"/>
          <ac:spMkLst>
            <pc:docMk/>
            <pc:sldMk cId="2917515363" sldId="257"/>
            <ac:spMk id="9" creationId="{40BE0F06-1853-9D71-D39B-65AF8C308983}"/>
          </ac:spMkLst>
        </pc:spChg>
        <pc:spChg chg="add mod">
          <ac:chgData name="Nina Dombrowski" userId="1f2bfacd-2a29-43dd-9bcd-fba75591e3fa" providerId="ADAL" clId="{A1E0730E-2E14-4CD5-AA17-1C7BD8AC580B}" dt="2026-09-24T07:45:24.323" v="159" actId="164"/>
          <ac:spMkLst>
            <pc:docMk/>
            <pc:sldMk cId="2917515363" sldId="257"/>
            <ac:spMk id="11" creationId="{73011997-A163-BD10-F49C-A44C6C209D86}"/>
          </ac:spMkLst>
        </pc:spChg>
        <pc:spChg chg="add mod">
          <ac:chgData name="Nina Dombrowski" userId="1f2bfacd-2a29-43dd-9bcd-fba75591e3fa" providerId="ADAL" clId="{A1E0730E-2E14-4CD5-AA17-1C7BD8AC580B}" dt="2026-09-24T06:52:55.075" v="2"/>
          <ac:spMkLst>
            <pc:docMk/>
            <pc:sldMk cId="2917515363" sldId="257"/>
            <ac:spMk id="13" creationId="{D08669AC-DDA1-A2A9-6F67-D792AE9A4412}"/>
          </ac:spMkLst>
        </pc:spChg>
        <pc:spChg chg="add mod">
          <ac:chgData name="Nina Dombrowski" userId="1f2bfacd-2a29-43dd-9bcd-fba75591e3fa" providerId="ADAL" clId="{A1E0730E-2E14-4CD5-AA17-1C7BD8AC580B}" dt="2026-09-24T06:52:55.075" v="2"/>
          <ac:spMkLst>
            <pc:docMk/>
            <pc:sldMk cId="2917515363" sldId="257"/>
            <ac:spMk id="14" creationId="{7D5192B1-CA26-7CA7-1065-E101637263A1}"/>
          </ac:spMkLst>
        </pc:spChg>
        <pc:spChg chg="add mod">
          <ac:chgData name="Nina Dombrowski" userId="1f2bfacd-2a29-43dd-9bcd-fba75591e3fa" providerId="ADAL" clId="{A1E0730E-2E14-4CD5-AA17-1C7BD8AC580B}" dt="2026-09-24T06:52:55.075" v="2"/>
          <ac:spMkLst>
            <pc:docMk/>
            <pc:sldMk cId="2917515363" sldId="257"/>
            <ac:spMk id="17" creationId="{FAEC5ACA-12A5-802F-4352-E9FA01207196}"/>
          </ac:spMkLst>
        </pc:spChg>
        <pc:spChg chg="mod">
          <ac:chgData name="Nina Dombrowski" userId="1f2bfacd-2a29-43dd-9bcd-fba75591e3fa" providerId="ADAL" clId="{A1E0730E-2E14-4CD5-AA17-1C7BD8AC580B}" dt="2026-09-24T07:45:24.323" v="159" actId="164"/>
          <ac:spMkLst>
            <pc:docMk/>
            <pc:sldMk cId="2917515363" sldId="257"/>
            <ac:spMk id="18" creationId="{D7D1C37E-5A8A-CC2F-107A-B120D2C1D4CE}"/>
          </ac:spMkLst>
        </pc:spChg>
        <pc:spChg chg="add mod">
          <ac:chgData name="Nina Dombrowski" userId="1f2bfacd-2a29-43dd-9bcd-fba75591e3fa" providerId="ADAL" clId="{A1E0730E-2E14-4CD5-AA17-1C7BD8AC580B}" dt="2026-09-24T07:45:24.323" v="159" actId="164"/>
          <ac:spMkLst>
            <pc:docMk/>
            <pc:sldMk cId="2917515363" sldId="257"/>
            <ac:spMk id="20" creationId="{8ED87D32-6561-8DE4-1D32-E73367CF1859}"/>
          </ac:spMkLst>
        </pc:spChg>
        <pc:spChg chg="add mod">
          <ac:chgData name="Nina Dombrowski" userId="1f2bfacd-2a29-43dd-9bcd-fba75591e3fa" providerId="ADAL" clId="{A1E0730E-2E14-4CD5-AA17-1C7BD8AC580B}" dt="2026-09-24T06:52:55.075" v="2"/>
          <ac:spMkLst>
            <pc:docMk/>
            <pc:sldMk cId="2917515363" sldId="257"/>
            <ac:spMk id="21" creationId="{C081A9F1-9EB2-9515-9871-3A198191957C}"/>
          </ac:spMkLst>
        </pc:spChg>
        <pc:spChg chg="add mod">
          <ac:chgData name="Nina Dombrowski" userId="1f2bfacd-2a29-43dd-9bcd-fba75591e3fa" providerId="ADAL" clId="{A1E0730E-2E14-4CD5-AA17-1C7BD8AC580B}" dt="2026-09-24T06:52:55.075" v="2"/>
          <ac:spMkLst>
            <pc:docMk/>
            <pc:sldMk cId="2917515363" sldId="257"/>
            <ac:spMk id="22" creationId="{2C1D509D-B66C-5602-A295-713EC227766B}"/>
          </ac:spMkLst>
        </pc:spChg>
        <pc:spChg chg="mod">
          <ac:chgData name="Nina Dombrowski" userId="1f2bfacd-2a29-43dd-9bcd-fba75591e3fa" providerId="ADAL" clId="{A1E0730E-2E14-4CD5-AA17-1C7BD8AC580B}" dt="2026-09-24T07:45:24.323" v="159" actId="164"/>
          <ac:spMkLst>
            <pc:docMk/>
            <pc:sldMk cId="2917515363" sldId="257"/>
            <ac:spMk id="23" creationId="{C431CE82-C0BB-3B98-F07B-C32163EE5B19}"/>
          </ac:spMkLst>
        </pc:spChg>
        <pc:spChg chg="mod">
          <ac:chgData name="Nina Dombrowski" userId="1f2bfacd-2a29-43dd-9bcd-fba75591e3fa" providerId="ADAL" clId="{A1E0730E-2E14-4CD5-AA17-1C7BD8AC580B}" dt="2026-09-24T07:45:24.323" v="159" actId="164"/>
          <ac:spMkLst>
            <pc:docMk/>
            <pc:sldMk cId="2917515363" sldId="257"/>
            <ac:spMk id="27" creationId="{EBE37B63-C5DC-4D27-C97C-D047536CD594}"/>
          </ac:spMkLst>
        </pc:spChg>
      </pc:sldChg>
      <pc:sldChg chg="addSp new del mod">
        <pc:chgData name="Nina Dombrowski" userId="1f2bfacd-2a29-43dd-9bcd-fba75591e3fa" providerId="ADAL" clId="{A1E0730E-2E14-4CD5-AA17-1C7BD8AC580B}" dt="2026-09-24T08:06:05.563" v="163" actId="47"/>
        <pc:sldMkLst>
          <pc:docMk/>
          <pc:sldMk cId="259797054" sldId="258"/>
        </pc:sldMkLst>
        <pc:picChg chg="add">
          <ac:chgData name="Nina Dombrowski" userId="1f2bfacd-2a29-43dd-9bcd-fba75591e3fa" providerId="ADAL" clId="{A1E0730E-2E14-4CD5-AA17-1C7BD8AC580B}" dt="2026-09-24T06:53:04.216" v="4" actId="22"/>
          <ac:picMkLst>
            <pc:docMk/>
            <pc:sldMk cId="259797054" sldId="258"/>
            <ac:picMk id="3" creationId="{ADFD4D49-0A76-4ABA-7013-CF50D9BC471B}"/>
          </ac:picMkLst>
        </pc:picChg>
      </pc:sldChg>
      <pc:sldChg chg="addSp delSp modSp add mod">
        <pc:chgData name="Nina Dombrowski" userId="1f2bfacd-2a29-43dd-9bcd-fba75591e3fa" providerId="ADAL" clId="{A1E0730E-2E14-4CD5-AA17-1C7BD8AC580B}" dt="2026-09-24T08:50:42.811" v="1690" actId="14100"/>
        <pc:sldMkLst>
          <pc:docMk/>
          <pc:sldMk cId="196827406" sldId="290"/>
        </pc:sldMkLst>
        <pc:spChg chg="del">
          <ac:chgData name="Nina Dombrowski" userId="1f2bfacd-2a29-43dd-9bcd-fba75591e3fa" providerId="ADAL" clId="{A1E0730E-2E14-4CD5-AA17-1C7BD8AC580B}" dt="2026-09-24T08:06:22.414" v="169" actId="478"/>
          <ac:spMkLst>
            <pc:docMk/>
            <pc:sldMk cId="196827406" sldId="290"/>
            <ac:spMk id="2" creationId="{4FBD4FA6-A428-0C55-27C8-E03F90E4EA3F}"/>
          </ac:spMkLst>
        </pc:spChg>
        <pc:spChg chg="add mod">
          <ac:chgData name="Nina Dombrowski" userId="1f2bfacd-2a29-43dd-9bcd-fba75591e3fa" providerId="ADAL" clId="{A1E0730E-2E14-4CD5-AA17-1C7BD8AC580B}" dt="2026-09-24T08:46:25.058" v="1571"/>
          <ac:spMkLst>
            <pc:docMk/>
            <pc:sldMk cId="196827406" sldId="290"/>
            <ac:spMk id="3" creationId="{2C569B5B-6541-2F9D-C941-BC93A5423051}"/>
          </ac:spMkLst>
        </pc:spChg>
        <pc:spChg chg="add del">
          <ac:chgData name="Nina Dombrowski" userId="1f2bfacd-2a29-43dd-9bcd-fba75591e3fa" providerId="ADAL" clId="{A1E0730E-2E14-4CD5-AA17-1C7BD8AC580B}" dt="2026-09-24T08:39:40.053" v="1450" actId="478"/>
          <ac:spMkLst>
            <pc:docMk/>
            <pc:sldMk cId="196827406" sldId="290"/>
            <ac:spMk id="3" creationId="{525DE89B-C2C2-567A-F57B-687AEFF081D4}"/>
          </ac:spMkLst>
        </pc:spChg>
        <pc:spChg chg="del mod">
          <ac:chgData name="Nina Dombrowski" userId="1f2bfacd-2a29-43dd-9bcd-fba75591e3fa" providerId="ADAL" clId="{A1E0730E-2E14-4CD5-AA17-1C7BD8AC580B}" dt="2026-09-24T08:38:33.604" v="1421" actId="478"/>
          <ac:spMkLst>
            <pc:docMk/>
            <pc:sldMk cId="196827406" sldId="290"/>
            <ac:spMk id="4" creationId="{42B827C2-662C-FE02-EBBA-E976A41157E9}"/>
          </ac:spMkLst>
        </pc:spChg>
        <pc:spChg chg="add del mod">
          <ac:chgData name="Nina Dombrowski" userId="1f2bfacd-2a29-43dd-9bcd-fba75591e3fa" providerId="ADAL" clId="{A1E0730E-2E14-4CD5-AA17-1C7BD8AC580B}" dt="2026-09-24T08:06:23.360" v="170" actId="478"/>
          <ac:spMkLst>
            <pc:docMk/>
            <pc:sldMk cId="196827406" sldId="290"/>
            <ac:spMk id="6" creationId="{EB439055-9177-7D33-4F54-5AB03B46B591}"/>
          </ac:spMkLst>
        </pc:spChg>
        <pc:spChg chg="add del mod">
          <ac:chgData name="Nina Dombrowski" userId="1f2bfacd-2a29-43dd-9bcd-fba75591e3fa" providerId="ADAL" clId="{A1E0730E-2E14-4CD5-AA17-1C7BD8AC580B}" dt="2026-09-24T08:43:35.301" v="1561" actId="478"/>
          <ac:spMkLst>
            <pc:docMk/>
            <pc:sldMk cId="196827406" sldId="290"/>
            <ac:spMk id="10" creationId="{DABF7620-5C50-BF59-BA4A-BDBE3214BF4F}"/>
          </ac:spMkLst>
        </pc:spChg>
        <pc:spChg chg="add del">
          <ac:chgData name="Nina Dombrowski" userId="1f2bfacd-2a29-43dd-9bcd-fba75591e3fa" providerId="ADAL" clId="{A1E0730E-2E14-4CD5-AA17-1C7BD8AC580B}" dt="2026-09-24T08:39:42.821" v="1452" actId="478"/>
          <ac:spMkLst>
            <pc:docMk/>
            <pc:sldMk cId="196827406" sldId="290"/>
            <ac:spMk id="12" creationId="{F79ED932-2697-F41C-CB44-3C8BFD982DE6}"/>
          </ac:spMkLst>
        </pc:spChg>
        <pc:spChg chg="mod">
          <ac:chgData name="Nina Dombrowski" userId="1f2bfacd-2a29-43dd-9bcd-fba75591e3fa" providerId="ADAL" clId="{A1E0730E-2E14-4CD5-AA17-1C7BD8AC580B}" dt="2026-09-24T08:37:36.914" v="1419" actId="1076"/>
          <ac:spMkLst>
            <pc:docMk/>
            <pc:sldMk cId="196827406" sldId="290"/>
            <ac:spMk id="17" creationId="{1EEF017C-8B9C-F9B8-0601-F85CA7D5E4DB}"/>
          </ac:spMkLst>
        </pc:spChg>
        <pc:cxnChg chg="mod">
          <ac:chgData name="Nina Dombrowski" userId="1f2bfacd-2a29-43dd-9bcd-fba75591e3fa" providerId="ADAL" clId="{A1E0730E-2E14-4CD5-AA17-1C7BD8AC580B}" dt="2026-09-24T08:50:30.595" v="1686" actId="14100"/>
          <ac:cxnSpMkLst>
            <pc:docMk/>
            <pc:sldMk cId="196827406" sldId="290"/>
            <ac:cxnSpMk id="9" creationId="{F23075D4-713B-BEDF-395B-F336B237E0CB}"/>
          </ac:cxnSpMkLst>
        </pc:cxnChg>
        <pc:cxnChg chg="mod">
          <ac:chgData name="Nina Dombrowski" userId="1f2bfacd-2a29-43dd-9bcd-fba75591e3fa" providerId="ADAL" clId="{A1E0730E-2E14-4CD5-AA17-1C7BD8AC580B}" dt="2026-09-24T08:50:42.811" v="1690" actId="14100"/>
          <ac:cxnSpMkLst>
            <pc:docMk/>
            <pc:sldMk cId="196827406" sldId="290"/>
            <ac:cxnSpMk id="13" creationId="{E255D351-81C2-699B-E54C-79BC1FA2D78E}"/>
          </ac:cxnSpMkLst>
        </pc:cxnChg>
      </pc:sldChg>
      <pc:sldChg chg="addSp delSp modSp add mod">
        <pc:chgData name="Nina Dombrowski" userId="1f2bfacd-2a29-43dd-9bcd-fba75591e3fa" providerId="ADAL" clId="{A1E0730E-2E14-4CD5-AA17-1C7BD8AC580B}" dt="2026-09-24T08:57:50.400" v="1691" actId="164"/>
        <pc:sldMkLst>
          <pc:docMk/>
          <pc:sldMk cId="1811978892" sldId="291"/>
        </pc:sldMkLst>
        <pc:spChg chg="del">
          <ac:chgData name="Nina Dombrowski" userId="1f2bfacd-2a29-43dd-9bcd-fba75591e3fa" providerId="ADAL" clId="{A1E0730E-2E14-4CD5-AA17-1C7BD8AC580B}" dt="2026-09-24T08:06:18.522" v="167" actId="478"/>
          <ac:spMkLst>
            <pc:docMk/>
            <pc:sldMk cId="1811978892" sldId="291"/>
            <ac:spMk id="2" creationId="{0F29C9A1-9130-5934-BF57-CBCC903C8DC8}"/>
          </ac:spMkLst>
        </pc:spChg>
        <pc:spChg chg="add del mod">
          <ac:chgData name="Nina Dombrowski" userId="1f2bfacd-2a29-43dd-9bcd-fba75591e3fa" providerId="ADAL" clId="{A1E0730E-2E14-4CD5-AA17-1C7BD8AC580B}" dt="2026-09-24T08:06:20.144" v="168" actId="478"/>
          <ac:spMkLst>
            <pc:docMk/>
            <pc:sldMk cId="1811978892" sldId="291"/>
            <ac:spMk id="5" creationId="{B6FC8737-81A6-E549-2DB3-13DCCE0DB33A}"/>
          </ac:spMkLst>
        </pc:spChg>
        <pc:spChg chg="mod topLvl">
          <ac:chgData name="Nina Dombrowski" userId="1f2bfacd-2a29-43dd-9bcd-fba75591e3fa" providerId="ADAL" clId="{A1E0730E-2E14-4CD5-AA17-1C7BD8AC580B}" dt="2026-09-24T08:06:39.879" v="172" actId="165"/>
          <ac:spMkLst>
            <pc:docMk/>
            <pc:sldMk cId="1811978892" sldId="291"/>
            <ac:spMk id="43" creationId="{FBA55C95-7E0D-ABF6-BB90-86E46CD9934E}"/>
          </ac:spMkLst>
        </pc:spChg>
        <pc:spChg chg="mod">
          <ac:chgData name="Nina Dombrowski" userId="1f2bfacd-2a29-43dd-9bcd-fba75591e3fa" providerId="ADAL" clId="{A1E0730E-2E14-4CD5-AA17-1C7BD8AC580B}" dt="2026-09-24T08:57:50.400" v="1691" actId="164"/>
          <ac:spMkLst>
            <pc:docMk/>
            <pc:sldMk cId="1811978892" sldId="291"/>
            <ac:spMk id="46" creationId="{1BB9F8F0-57DB-0789-FD70-19ED6E6CDF5A}"/>
          </ac:spMkLst>
        </pc:spChg>
        <pc:spChg chg="mod topLvl">
          <ac:chgData name="Nina Dombrowski" userId="1f2bfacd-2a29-43dd-9bcd-fba75591e3fa" providerId="ADAL" clId="{A1E0730E-2E14-4CD5-AA17-1C7BD8AC580B}" dt="2026-09-24T08:57:50.400" v="1691" actId="164"/>
          <ac:spMkLst>
            <pc:docMk/>
            <pc:sldMk cId="1811978892" sldId="291"/>
            <ac:spMk id="47" creationId="{A946DD81-5022-CE51-AC84-DACD9A62DA47}"/>
          </ac:spMkLst>
        </pc:spChg>
        <pc:spChg chg="mod">
          <ac:chgData name="Nina Dombrowski" userId="1f2bfacd-2a29-43dd-9bcd-fba75591e3fa" providerId="ADAL" clId="{A1E0730E-2E14-4CD5-AA17-1C7BD8AC580B}" dt="2026-09-24T08:57:50.400" v="1691" actId="164"/>
          <ac:spMkLst>
            <pc:docMk/>
            <pc:sldMk cId="1811978892" sldId="291"/>
            <ac:spMk id="48" creationId="{6F566721-E960-E7E5-535C-03A2D09E06A5}"/>
          </ac:spMkLst>
        </pc:spChg>
        <pc:spChg chg="mod">
          <ac:chgData name="Nina Dombrowski" userId="1f2bfacd-2a29-43dd-9bcd-fba75591e3fa" providerId="ADAL" clId="{A1E0730E-2E14-4CD5-AA17-1C7BD8AC580B}" dt="2026-09-24T08:57:50.400" v="1691" actId="164"/>
          <ac:spMkLst>
            <pc:docMk/>
            <pc:sldMk cId="1811978892" sldId="291"/>
            <ac:spMk id="49" creationId="{1426E45C-8667-CDF8-A91A-755DC24A3889}"/>
          </ac:spMkLst>
        </pc:spChg>
        <pc:spChg chg="mod">
          <ac:chgData name="Nina Dombrowski" userId="1f2bfacd-2a29-43dd-9bcd-fba75591e3fa" providerId="ADAL" clId="{A1E0730E-2E14-4CD5-AA17-1C7BD8AC580B}" dt="2026-09-24T08:57:50.400" v="1691" actId="164"/>
          <ac:spMkLst>
            <pc:docMk/>
            <pc:sldMk cId="1811978892" sldId="291"/>
            <ac:spMk id="51" creationId="{9B3FB1A1-C9D3-4F43-035C-72851642B855}"/>
          </ac:spMkLst>
        </pc:spChg>
        <pc:spChg chg="mod topLvl">
          <ac:chgData name="Nina Dombrowski" userId="1f2bfacd-2a29-43dd-9bcd-fba75591e3fa" providerId="ADAL" clId="{A1E0730E-2E14-4CD5-AA17-1C7BD8AC580B}" dt="2026-09-24T08:06:39.879" v="172" actId="165"/>
          <ac:spMkLst>
            <pc:docMk/>
            <pc:sldMk cId="1811978892" sldId="291"/>
            <ac:spMk id="54" creationId="{6B181ED0-3725-D9BA-E7EB-CB2D48A16271}"/>
          </ac:spMkLst>
        </pc:spChg>
        <pc:spChg chg="mod topLvl">
          <ac:chgData name="Nina Dombrowski" userId="1f2bfacd-2a29-43dd-9bcd-fba75591e3fa" providerId="ADAL" clId="{A1E0730E-2E14-4CD5-AA17-1C7BD8AC580B}" dt="2026-09-24T08:06:39.879" v="172" actId="165"/>
          <ac:spMkLst>
            <pc:docMk/>
            <pc:sldMk cId="1811978892" sldId="291"/>
            <ac:spMk id="55" creationId="{86E02EA5-A008-D6CA-0116-377AFCCE3579}"/>
          </ac:spMkLst>
        </pc:spChg>
        <pc:spChg chg="mod">
          <ac:chgData name="Nina Dombrowski" userId="1f2bfacd-2a29-43dd-9bcd-fba75591e3fa" providerId="ADAL" clId="{A1E0730E-2E14-4CD5-AA17-1C7BD8AC580B}" dt="2026-09-24T08:07:00.835" v="174" actId="114"/>
          <ac:spMkLst>
            <pc:docMk/>
            <pc:sldMk cId="1811978892" sldId="291"/>
            <ac:spMk id="56" creationId="{4FA680A6-2B2B-8934-C3DD-C137C2BBEAB4}"/>
          </ac:spMkLst>
        </pc:spChg>
        <pc:spChg chg="mod topLvl">
          <ac:chgData name="Nina Dombrowski" userId="1f2bfacd-2a29-43dd-9bcd-fba75591e3fa" providerId="ADAL" clId="{A1E0730E-2E14-4CD5-AA17-1C7BD8AC580B}" dt="2026-09-24T08:06:39.879" v="172" actId="165"/>
          <ac:spMkLst>
            <pc:docMk/>
            <pc:sldMk cId="1811978892" sldId="291"/>
            <ac:spMk id="57" creationId="{B78C4960-3EFA-151A-E21B-A4A55974AB7A}"/>
          </ac:spMkLst>
        </pc:spChg>
        <pc:spChg chg="mod topLvl">
          <ac:chgData name="Nina Dombrowski" userId="1f2bfacd-2a29-43dd-9bcd-fba75591e3fa" providerId="ADAL" clId="{A1E0730E-2E14-4CD5-AA17-1C7BD8AC580B}" dt="2026-09-24T08:57:50.400" v="1691" actId="164"/>
          <ac:spMkLst>
            <pc:docMk/>
            <pc:sldMk cId="1811978892" sldId="291"/>
            <ac:spMk id="58" creationId="{810EA87A-DEE2-5715-80C1-4D73BAE27CD9}"/>
          </ac:spMkLst>
        </pc:spChg>
        <pc:spChg chg="mod">
          <ac:chgData name="Nina Dombrowski" userId="1f2bfacd-2a29-43dd-9bcd-fba75591e3fa" providerId="ADAL" clId="{A1E0730E-2E14-4CD5-AA17-1C7BD8AC580B}" dt="2026-09-24T08:57:50.400" v="1691" actId="164"/>
          <ac:spMkLst>
            <pc:docMk/>
            <pc:sldMk cId="1811978892" sldId="291"/>
            <ac:spMk id="61" creationId="{515EEF95-CA54-D823-103F-24DBEF355593}"/>
          </ac:spMkLst>
        </pc:spChg>
        <pc:spChg chg="mod topLvl">
          <ac:chgData name="Nina Dombrowski" userId="1f2bfacd-2a29-43dd-9bcd-fba75591e3fa" providerId="ADAL" clId="{A1E0730E-2E14-4CD5-AA17-1C7BD8AC580B}" dt="2026-09-24T08:06:39.879" v="172" actId="165"/>
          <ac:spMkLst>
            <pc:docMk/>
            <pc:sldMk cId="1811978892" sldId="291"/>
            <ac:spMk id="62" creationId="{23AC8FAB-96F8-0D0C-3364-0E9A1CF98E1E}"/>
          </ac:spMkLst>
        </pc:spChg>
        <pc:spChg chg="mod topLvl">
          <ac:chgData name="Nina Dombrowski" userId="1f2bfacd-2a29-43dd-9bcd-fba75591e3fa" providerId="ADAL" clId="{A1E0730E-2E14-4CD5-AA17-1C7BD8AC580B}" dt="2026-09-24T08:57:50.400" v="1691" actId="164"/>
          <ac:spMkLst>
            <pc:docMk/>
            <pc:sldMk cId="1811978892" sldId="291"/>
            <ac:spMk id="63" creationId="{C8AF78F3-5894-F1C9-8481-1A0685385A62}"/>
          </ac:spMkLst>
        </pc:spChg>
        <pc:spChg chg="mod">
          <ac:chgData name="Nina Dombrowski" userId="1f2bfacd-2a29-43dd-9bcd-fba75591e3fa" providerId="ADAL" clId="{A1E0730E-2E14-4CD5-AA17-1C7BD8AC580B}" dt="2026-09-24T08:57:50.400" v="1691" actId="164"/>
          <ac:spMkLst>
            <pc:docMk/>
            <pc:sldMk cId="1811978892" sldId="291"/>
            <ac:spMk id="64" creationId="{BCE93E3B-B329-E8D5-31FF-3583F2216D3B}"/>
          </ac:spMkLst>
        </pc:spChg>
        <pc:spChg chg="mod topLvl">
          <ac:chgData name="Nina Dombrowski" userId="1f2bfacd-2a29-43dd-9bcd-fba75591e3fa" providerId="ADAL" clId="{A1E0730E-2E14-4CD5-AA17-1C7BD8AC580B}" dt="2026-09-24T08:06:39.879" v="172" actId="165"/>
          <ac:spMkLst>
            <pc:docMk/>
            <pc:sldMk cId="1811978892" sldId="291"/>
            <ac:spMk id="66" creationId="{9ABE67E5-71FC-1F99-1C24-3BA2C749D4CA}"/>
          </ac:spMkLst>
        </pc:spChg>
        <pc:spChg chg="mod topLvl">
          <ac:chgData name="Nina Dombrowski" userId="1f2bfacd-2a29-43dd-9bcd-fba75591e3fa" providerId="ADAL" clId="{A1E0730E-2E14-4CD5-AA17-1C7BD8AC580B}" dt="2026-09-24T08:57:50.400" v="1691" actId="164"/>
          <ac:spMkLst>
            <pc:docMk/>
            <pc:sldMk cId="1811978892" sldId="291"/>
            <ac:spMk id="68" creationId="{81A34C3E-9265-2CFB-5C91-55A06796257C}"/>
          </ac:spMkLst>
        </pc:spChg>
      </pc:sldChg>
      <pc:sldChg chg="addSp delSp modSp add mod">
        <pc:chgData name="Nina Dombrowski" userId="1f2bfacd-2a29-43dd-9bcd-fba75591e3fa" providerId="ADAL" clId="{A1E0730E-2E14-4CD5-AA17-1C7BD8AC580B}" dt="2026-09-24T08:48:15.783" v="1678" actId="1076"/>
        <pc:sldMkLst>
          <pc:docMk/>
          <pc:sldMk cId="2013311443" sldId="293"/>
        </pc:sldMkLst>
        <pc:spChg chg="del">
          <ac:chgData name="Nina Dombrowski" userId="1f2bfacd-2a29-43dd-9bcd-fba75591e3fa" providerId="ADAL" clId="{A1E0730E-2E14-4CD5-AA17-1C7BD8AC580B}" dt="2026-09-24T08:06:13.105" v="165" actId="478"/>
          <ac:spMkLst>
            <pc:docMk/>
            <pc:sldMk cId="2013311443" sldId="293"/>
            <ac:spMk id="2" creationId="{243604B5-EE6E-647F-8475-C941F24E25A5}"/>
          </ac:spMkLst>
        </pc:spChg>
        <pc:spChg chg="add del mod">
          <ac:chgData name="Nina Dombrowski" userId="1f2bfacd-2a29-43dd-9bcd-fba75591e3fa" providerId="ADAL" clId="{A1E0730E-2E14-4CD5-AA17-1C7BD8AC580B}" dt="2026-09-24T08:06:16.021" v="166" actId="478"/>
          <ac:spMkLst>
            <pc:docMk/>
            <pc:sldMk cId="2013311443" sldId="293"/>
            <ac:spMk id="5" creationId="{5602F217-31E1-B61C-C018-9B036A9E0A52}"/>
          </ac:spMkLst>
        </pc:spChg>
        <pc:spChg chg="mod topLvl">
          <ac:chgData name="Nina Dombrowski" userId="1f2bfacd-2a29-43dd-9bcd-fba75591e3fa" providerId="ADAL" clId="{A1E0730E-2E14-4CD5-AA17-1C7BD8AC580B}" dt="2026-09-24T08:06:32.784" v="171" actId="165"/>
          <ac:spMkLst>
            <pc:docMk/>
            <pc:sldMk cId="2013311443" sldId="293"/>
            <ac:spMk id="44" creationId="{3CBFE0F4-A439-4895-5B90-E8636A88ECDC}"/>
          </ac:spMkLst>
        </pc:spChg>
        <pc:spChg chg="mod topLvl">
          <ac:chgData name="Nina Dombrowski" userId="1f2bfacd-2a29-43dd-9bcd-fba75591e3fa" providerId="ADAL" clId="{A1E0730E-2E14-4CD5-AA17-1C7BD8AC580B}" dt="2026-09-24T08:06:32.784" v="171" actId="165"/>
          <ac:spMkLst>
            <pc:docMk/>
            <pc:sldMk cId="2013311443" sldId="293"/>
            <ac:spMk id="45" creationId="{3B784E65-70E3-C6E6-4DD4-F4E662E854B1}"/>
          </ac:spMkLst>
        </pc:spChg>
        <pc:spChg chg="mod topLvl">
          <ac:chgData name="Nina Dombrowski" userId="1f2bfacd-2a29-43dd-9bcd-fba75591e3fa" providerId="ADAL" clId="{A1E0730E-2E14-4CD5-AA17-1C7BD8AC580B}" dt="2026-09-24T08:06:32.784" v="171" actId="165"/>
          <ac:spMkLst>
            <pc:docMk/>
            <pc:sldMk cId="2013311443" sldId="293"/>
            <ac:spMk id="47" creationId="{8B5A1FB4-CF43-E592-0794-71B53042746F}"/>
          </ac:spMkLst>
        </pc:spChg>
        <pc:spChg chg="mod topLvl">
          <ac:chgData name="Nina Dombrowski" userId="1f2bfacd-2a29-43dd-9bcd-fba75591e3fa" providerId="ADAL" clId="{A1E0730E-2E14-4CD5-AA17-1C7BD8AC580B}" dt="2026-09-24T08:06:32.784" v="171" actId="165"/>
          <ac:spMkLst>
            <pc:docMk/>
            <pc:sldMk cId="2013311443" sldId="293"/>
            <ac:spMk id="48" creationId="{3DAF0CD5-1906-8F51-BD4B-8047A97C97DC}"/>
          </ac:spMkLst>
        </pc:spChg>
        <pc:spChg chg="mod topLvl">
          <ac:chgData name="Nina Dombrowski" userId="1f2bfacd-2a29-43dd-9bcd-fba75591e3fa" providerId="ADAL" clId="{A1E0730E-2E14-4CD5-AA17-1C7BD8AC580B}" dt="2026-09-24T08:06:32.784" v="171" actId="165"/>
          <ac:spMkLst>
            <pc:docMk/>
            <pc:sldMk cId="2013311443" sldId="293"/>
            <ac:spMk id="50" creationId="{AB5A9BD6-10BF-59BA-13AE-71EADEF867C0}"/>
          </ac:spMkLst>
        </pc:spChg>
        <pc:spChg chg="mod topLvl">
          <ac:chgData name="Nina Dombrowski" userId="1f2bfacd-2a29-43dd-9bcd-fba75591e3fa" providerId="ADAL" clId="{A1E0730E-2E14-4CD5-AA17-1C7BD8AC580B}" dt="2026-09-24T08:06:32.784" v="171" actId="165"/>
          <ac:spMkLst>
            <pc:docMk/>
            <pc:sldMk cId="2013311443" sldId="293"/>
            <ac:spMk id="52" creationId="{A218484F-7842-C779-1E30-EEB63A7F268E}"/>
          </ac:spMkLst>
        </pc:spChg>
        <pc:spChg chg="mod topLvl">
          <ac:chgData name="Nina Dombrowski" userId="1f2bfacd-2a29-43dd-9bcd-fba75591e3fa" providerId="ADAL" clId="{A1E0730E-2E14-4CD5-AA17-1C7BD8AC580B}" dt="2026-09-24T08:06:32.784" v="171" actId="165"/>
          <ac:spMkLst>
            <pc:docMk/>
            <pc:sldMk cId="2013311443" sldId="293"/>
            <ac:spMk id="56" creationId="{4771C872-8362-0799-FA90-2285256D35A4}"/>
          </ac:spMkLst>
        </pc:spChg>
        <pc:spChg chg="mod topLvl">
          <ac:chgData name="Nina Dombrowski" userId="1f2bfacd-2a29-43dd-9bcd-fba75591e3fa" providerId="ADAL" clId="{A1E0730E-2E14-4CD5-AA17-1C7BD8AC580B}" dt="2026-09-24T08:06:32.784" v="171" actId="165"/>
          <ac:spMkLst>
            <pc:docMk/>
            <pc:sldMk cId="2013311443" sldId="293"/>
            <ac:spMk id="59" creationId="{7E51C19A-C13A-A336-D9DC-1D74F7FC9CD9}"/>
          </ac:spMkLst>
        </pc:spChg>
        <pc:spChg chg="mod topLvl">
          <ac:chgData name="Nina Dombrowski" userId="1f2bfacd-2a29-43dd-9bcd-fba75591e3fa" providerId="ADAL" clId="{A1E0730E-2E14-4CD5-AA17-1C7BD8AC580B}" dt="2026-09-24T08:06:32.784" v="171" actId="165"/>
          <ac:spMkLst>
            <pc:docMk/>
            <pc:sldMk cId="2013311443" sldId="293"/>
            <ac:spMk id="61" creationId="{EADC69EF-F346-06ED-AF73-614644892CD7}"/>
          </ac:spMkLst>
        </pc:spChg>
        <pc:spChg chg="mod topLvl">
          <ac:chgData name="Nina Dombrowski" userId="1f2bfacd-2a29-43dd-9bcd-fba75591e3fa" providerId="ADAL" clId="{A1E0730E-2E14-4CD5-AA17-1C7BD8AC580B}" dt="2026-09-24T08:06:32.784" v="171" actId="165"/>
          <ac:spMkLst>
            <pc:docMk/>
            <pc:sldMk cId="2013311443" sldId="293"/>
            <ac:spMk id="66" creationId="{E2D2E61B-247C-39B3-B54D-75AC30D28415}"/>
          </ac:spMkLst>
        </pc:spChg>
        <pc:cxnChg chg="mod">
          <ac:chgData name="Nina Dombrowski" userId="1f2bfacd-2a29-43dd-9bcd-fba75591e3fa" providerId="ADAL" clId="{A1E0730E-2E14-4CD5-AA17-1C7BD8AC580B}" dt="2026-09-24T08:48:15.783" v="1678" actId="1076"/>
          <ac:cxnSpMkLst>
            <pc:docMk/>
            <pc:sldMk cId="2013311443" sldId="293"/>
            <ac:cxnSpMk id="63" creationId="{40A66F33-C001-3E0F-9E83-003D2FDC8170}"/>
          </ac:cxnSpMkLst>
        </pc:cxnChg>
      </pc:sldChg>
      <pc:sldChg chg="addSp delSp modSp add mod">
        <pc:chgData name="Nina Dombrowski" userId="1f2bfacd-2a29-43dd-9bcd-fba75591e3fa" providerId="ADAL" clId="{A1E0730E-2E14-4CD5-AA17-1C7BD8AC580B}" dt="2026-09-24T08:46:55.537" v="1588"/>
        <pc:sldMkLst>
          <pc:docMk/>
          <pc:sldMk cId="3033509731" sldId="294"/>
        </pc:sldMkLst>
        <pc:spChg chg="add mod">
          <ac:chgData name="Nina Dombrowski" userId="1f2bfacd-2a29-43dd-9bcd-fba75591e3fa" providerId="ADAL" clId="{A1E0730E-2E14-4CD5-AA17-1C7BD8AC580B}" dt="2026-09-24T08:46:06.127" v="1569" actId="20577"/>
          <ac:spMkLst>
            <pc:docMk/>
            <pc:sldMk cId="3033509731" sldId="294"/>
            <ac:spMk id="3" creationId="{175B56A8-2C65-53B8-7192-0F9D875DF03E}"/>
          </ac:spMkLst>
        </pc:spChg>
        <pc:spChg chg="add del mod">
          <ac:chgData name="Nina Dombrowski" userId="1f2bfacd-2a29-43dd-9bcd-fba75591e3fa" providerId="ADAL" clId="{A1E0730E-2E14-4CD5-AA17-1C7BD8AC580B}" dt="2026-09-24T08:13:30.674" v="456" actId="478"/>
          <ac:spMkLst>
            <pc:docMk/>
            <pc:sldMk cId="3033509731" sldId="294"/>
            <ac:spMk id="3" creationId="{88037562-9864-DE2E-2397-1089552F8282}"/>
          </ac:spMkLst>
        </pc:spChg>
        <pc:spChg chg="del mod">
          <ac:chgData name="Nina Dombrowski" userId="1f2bfacd-2a29-43dd-9bcd-fba75591e3fa" providerId="ADAL" clId="{A1E0730E-2E14-4CD5-AA17-1C7BD8AC580B}" dt="2026-09-24T08:43:31.721" v="1559" actId="478"/>
          <ac:spMkLst>
            <pc:docMk/>
            <pc:sldMk cId="3033509731" sldId="294"/>
            <ac:spMk id="4" creationId="{506EA709-C4D4-8ED5-8AD7-B8450E46C63A}"/>
          </ac:spMkLst>
        </pc:spChg>
        <pc:spChg chg="add del">
          <ac:chgData name="Nina Dombrowski" userId="1f2bfacd-2a29-43dd-9bcd-fba75591e3fa" providerId="ADAL" clId="{A1E0730E-2E14-4CD5-AA17-1C7BD8AC580B}" dt="2026-09-24T08:25:26.091" v="1322" actId="478"/>
          <ac:spMkLst>
            <pc:docMk/>
            <pc:sldMk cId="3033509731" sldId="294"/>
            <ac:spMk id="10" creationId="{652AE09C-7487-1D1C-FE35-03D4C47212CE}"/>
          </ac:spMkLst>
        </pc:spChg>
        <pc:spChg chg="add mod">
          <ac:chgData name="Nina Dombrowski" userId="1f2bfacd-2a29-43dd-9bcd-fba75591e3fa" providerId="ADAL" clId="{A1E0730E-2E14-4CD5-AA17-1C7BD8AC580B}" dt="2026-09-24T08:46:55.537" v="1588"/>
          <ac:spMkLst>
            <pc:docMk/>
            <pc:sldMk cId="3033509731" sldId="294"/>
            <ac:spMk id="12" creationId="{8C5D5527-6747-5411-766F-6E8840283C40}"/>
          </ac:spMkLst>
        </pc:spChg>
        <pc:spChg chg="del">
          <ac:chgData name="Nina Dombrowski" userId="1f2bfacd-2a29-43dd-9bcd-fba75591e3fa" providerId="ADAL" clId="{A1E0730E-2E14-4CD5-AA17-1C7BD8AC580B}" dt="2026-09-24T08:08:12.312" v="180" actId="478"/>
          <ac:spMkLst>
            <pc:docMk/>
            <pc:sldMk cId="3033509731" sldId="294"/>
            <ac:spMk id="17" creationId="{2272C204-EA09-E68D-84ED-56AEDB7ECBBB}"/>
          </ac:spMkLst>
        </pc:spChg>
        <pc:spChg chg="del">
          <ac:chgData name="Nina Dombrowski" userId="1f2bfacd-2a29-43dd-9bcd-fba75591e3fa" providerId="ADAL" clId="{A1E0730E-2E14-4CD5-AA17-1C7BD8AC580B}" dt="2026-09-24T08:08:14.804" v="181" actId="478"/>
          <ac:spMkLst>
            <pc:docMk/>
            <pc:sldMk cId="3033509731" sldId="294"/>
            <ac:spMk id="21" creationId="{16A31CF0-5461-3226-7016-9AD507BBF56B}"/>
          </ac:spMkLst>
        </pc:spChg>
        <pc:picChg chg="mod modCrop">
          <ac:chgData name="Nina Dombrowski" userId="1f2bfacd-2a29-43dd-9bcd-fba75591e3fa" providerId="ADAL" clId="{A1E0730E-2E14-4CD5-AA17-1C7BD8AC580B}" dt="2026-09-24T08:08:08.046" v="179" actId="732"/>
          <ac:picMkLst>
            <pc:docMk/>
            <pc:sldMk cId="3033509731" sldId="294"/>
            <ac:picMk id="5" creationId="{F1295D50-B8F8-63E0-69FC-AD3EF28C8275}"/>
          </ac:picMkLst>
        </pc:picChg>
        <pc:cxnChg chg="del">
          <ac:chgData name="Nina Dombrowski" userId="1f2bfacd-2a29-43dd-9bcd-fba75591e3fa" providerId="ADAL" clId="{A1E0730E-2E14-4CD5-AA17-1C7BD8AC580B}" dt="2026-09-24T08:08:12.312" v="180" actId="478"/>
          <ac:cxnSpMkLst>
            <pc:docMk/>
            <pc:sldMk cId="3033509731" sldId="294"/>
            <ac:cxnSpMk id="9" creationId="{BD9D4161-806A-558A-71E6-A71A97745D36}"/>
          </ac:cxnSpMkLst>
        </pc:cxnChg>
        <pc:cxnChg chg="del">
          <ac:chgData name="Nina Dombrowski" userId="1f2bfacd-2a29-43dd-9bcd-fba75591e3fa" providerId="ADAL" clId="{A1E0730E-2E14-4CD5-AA17-1C7BD8AC580B}" dt="2026-09-24T08:08:12.312" v="180" actId="478"/>
          <ac:cxnSpMkLst>
            <pc:docMk/>
            <pc:sldMk cId="3033509731" sldId="294"/>
            <ac:cxnSpMk id="13" creationId="{52840C73-F823-3AEF-1510-EEC67AE5ED4C}"/>
          </ac:cxnSpMkLst>
        </pc:cxnChg>
      </pc:sldChg>
      <pc:sldChg chg="addSp delSp modSp add mod">
        <pc:chgData name="Nina Dombrowski" userId="1f2bfacd-2a29-43dd-9bcd-fba75591e3fa" providerId="ADAL" clId="{A1E0730E-2E14-4CD5-AA17-1C7BD8AC580B}" dt="2026-09-24T08:48:35.176" v="1685" actId="20577"/>
        <pc:sldMkLst>
          <pc:docMk/>
          <pc:sldMk cId="2676072630" sldId="295"/>
        </pc:sldMkLst>
        <pc:spChg chg="add mod">
          <ac:chgData name="Nina Dombrowski" userId="1f2bfacd-2a29-43dd-9bcd-fba75591e3fa" providerId="ADAL" clId="{A1E0730E-2E14-4CD5-AA17-1C7BD8AC580B}" dt="2026-09-24T08:48:35.176" v="1685" actId="20577"/>
          <ac:spMkLst>
            <pc:docMk/>
            <pc:sldMk cId="2676072630" sldId="295"/>
            <ac:spMk id="3" creationId="{50F805DA-D78E-1AE5-18B5-F1B55223517A}"/>
          </ac:spMkLst>
        </pc:spChg>
        <pc:spChg chg="add del mod">
          <ac:chgData name="Nina Dombrowski" userId="1f2bfacd-2a29-43dd-9bcd-fba75591e3fa" providerId="ADAL" clId="{A1E0730E-2E14-4CD5-AA17-1C7BD8AC580B}" dt="2026-09-24T08:36:05.979" v="1410" actId="478"/>
          <ac:spMkLst>
            <pc:docMk/>
            <pc:sldMk cId="2676072630" sldId="295"/>
            <ac:spMk id="3" creationId="{C3B0A146-68C2-E82D-E919-1E8EAC58ED86}"/>
          </ac:spMkLst>
        </pc:spChg>
        <pc:spChg chg="del mod">
          <ac:chgData name="Nina Dombrowski" userId="1f2bfacd-2a29-43dd-9bcd-fba75591e3fa" providerId="ADAL" clId="{A1E0730E-2E14-4CD5-AA17-1C7BD8AC580B}" dt="2026-09-24T08:36:05.979" v="1410" actId="478"/>
          <ac:spMkLst>
            <pc:docMk/>
            <pc:sldMk cId="2676072630" sldId="295"/>
            <ac:spMk id="4" creationId="{1FD68C80-55A6-0136-CC3D-68F18806AA31}"/>
          </ac:spMkLst>
        </pc:spChg>
        <pc:spChg chg="add del">
          <ac:chgData name="Nina Dombrowski" userId="1f2bfacd-2a29-43dd-9bcd-fba75591e3fa" providerId="ADAL" clId="{A1E0730E-2E14-4CD5-AA17-1C7BD8AC580B}" dt="2026-09-24T08:39:33.216" v="1448" actId="478"/>
          <ac:spMkLst>
            <pc:docMk/>
            <pc:sldMk cId="2676072630" sldId="295"/>
            <ac:spMk id="6" creationId="{AFAEA99D-E79C-0914-F652-F809A5D2FE41}"/>
          </ac:spMkLst>
        </pc:spChg>
        <pc:spChg chg="mod">
          <ac:chgData name="Nina Dombrowski" userId="1f2bfacd-2a29-43dd-9bcd-fba75591e3fa" providerId="ADAL" clId="{A1E0730E-2E14-4CD5-AA17-1C7BD8AC580B}" dt="2026-09-24T08:18:46.684" v="735" actId="1037"/>
          <ac:spMkLst>
            <pc:docMk/>
            <pc:sldMk cId="2676072630" sldId="295"/>
            <ac:spMk id="7" creationId="{7F684EF0-9B7B-F0AE-A878-D2CFAD35DA35}"/>
          </ac:spMkLst>
        </pc:spChg>
        <pc:spChg chg="add del mod">
          <ac:chgData name="Nina Dombrowski" userId="1f2bfacd-2a29-43dd-9bcd-fba75591e3fa" providerId="ADAL" clId="{A1E0730E-2E14-4CD5-AA17-1C7BD8AC580B}" dt="2026-09-24T08:12:00.203" v="373" actId="478"/>
          <ac:spMkLst>
            <pc:docMk/>
            <pc:sldMk cId="2676072630" sldId="295"/>
            <ac:spMk id="10" creationId="{31C40DAF-55B1-9A2A-EF28-390B3648CA41}"/>
          </ac:spMkLst>
        </pc:spChg>
        <pc:spChg chg="add del mod">
          <ac:chgData name="Nina Dombrowski" userId="1f2bfacd-2a29-43dd-9bcd-fba75591e3fa" providerId="ADAL" clId="{A1E0730E-2E14-4CD5-AA17-1C7BD8AC580B}" dt="2026-09-24T08:39:33.216" v="1448" actId="478"/>
          <ac:spMkLst>
            <pc:docMk/>
            <pc:sldMk cId="2676072630" sldId="295"/>
            <ac:spMk id="10" creationId="{DE7A02E9-5DD9-F6B1-67A6-1990FF165D6A}"/>
          </ac:spMkLst>
        </pc:spChg>
        <pc:spChg chg="add mod">
          <ac:chgData name="Nina Dombrowski" userId="1f2bfacd-2a29-43dd-9bcd-fba75591e3fa" providerId="ADAL" clId="{A1E0730E-2E14-4CD5-AA17-1C7BD8AC580B}" dt="2026-09-24T08:47:30.260" v="1671" actId="20577"/>
          <ac:spMkLst>
            <pc:docMk/>
            <pc:sldMk cId="2676072630" sldId="295"/>
            <ac:spMk id="12" creationId="{D0089872-91F0-A25C-37C5-9A365735DC47}"/>
          </ac:spMkLst>
        </pc:spChg>
        <pc:spChg chg="add mod">
          <ac:chgData name="Nina Dombrowski" userId="1f2bfacd-2a29-43dd-9bcd-fba75591e3fa" providerId="ADAL" clId="{A1E0730E-2E14-4CD5-AA17-1C7BD8AC580B}" dt="2026-09-24T08:46:23.102" v="1570"/>
          <ac:spMkLst>
            <pc:docMk/>
            <pc:sldMk cId="2676072630" sldId="295"/>
            <ac:spMk id="13" creationId="{405AB234-16CE-9483-9F0E-4924C7CF1479}"/>
          </ac:spMkLst>
        </pc:spChg>
        <pc:spChg chg="add mod">
          <ac:chgData name="Nina Dombrowski" userId="1f2bfacd-2a29-43dd-9bcd-fba75591e3fa" providerId="ADAL" clId="{A1E0730E-2E14-4CD5-AA17-1C7BD8AC580B}" dt="2026-09-24T08:46:50.772" v="1587" actId="20577"/>
          <ac:spMkLst>
            <pc:docMk/>
            <pc:sldMk cId="2676072630" sldId="295"/>
            <ac:spMk id="15" creationId="{74C1E42E-EA78-5931-926B-7B6E69A15961}"/>
          </ac:spMkLst>
        </pc:spChg>
        <pc:spChg chg="del">
          <ac:chgData name="Nina Dombrowski" userId="1f2bfacd-2a29-43dd-9bcd-fba75591e3fa" providerId="ADAL" clId="{A1E0730E-2E14-4CD5-AA17-1C7BD8AC580B}" dt="2026-09-24T08:11:27.666" v="356" actId="478"/>
          <ac:spMkLst>
            <pc:docMk/>
            <pc:sldMk cId="2676072630" sldId="295"/>
            <ac:spMk id="17" creationId="{84F28C27-BD4F-420B-A62C-D7EC1E88F104}"/>
          </ac:spMkLst>
        </pc:spChg>
        <pc:spChg chg="mod">
          <ac:chgData name="Nina Dombrowski" userId="1f2bfacd-2a29-43dd-9bcd-fba75591e3fa" providerId="ADAL" clId="{A1E0730E-2E14-4CD5-AA17-1C7BD8AC580B}" dt="2026-09-24T08:18:46.684" v="735" actId="1037"/>
          <ac:spMkLst>
            <pc:docMk/>
            <pc:sldMk cId="2676072630" sldId="295"/>
            <ac:spMk id="19" creationId="{A40611D1-7644-90C5-B964-19002E8E9D22}"/>
          </ac:spMkLst>
        </pc:spChg>
        <pc:spChg chg="mod">
          <ac:chgData name="Nina Dombrowski" userId="1f2bfacd-2a29-43dd-9bcd-fba75591e3fa" providerId="ADAL" clId="{A1E0730E-2E14-4CD5-AA17-1C7BD8AC580B}" dt="2026-09-24T08:18:46.684" v="735" actId="1037"/>
          <ac:spMkLst>
            <pc:docMk/>
            <pc:sldMk cId="2676072630" sldId="295"/>
            <ac:spMk id="21" creationId="{06ADFD29-3D2C-66EC-1E93-906BA5EB6F6B}"/>
          </ac:spMkLst>
        </pc:spChg>
        <pc:picChg chg="mod">
          <ac:chgData name="Nina Dombrowski" userId="1f2bfacd-2a29-43dd-9bcd-fba75591e3fa" providerId="ADAL" clId="{A1E0730E-2E14-4CD5-AA17-1C7BD8AC580B}" dt="2026-09-24T08:19:25.903" v="753" actId="1076"/>
          <ac:picMkLst>
            <pc:docMk/>
            <pc:sldMk cId="2676072630" sldId="295"/>
            <ac:picMk id="5" creationId="{F5343BF3-884F-C84C-A115-3540CE69A0E1}"/>
          </ac:picMkLst>
        </pc:picChg>
        <pc:cxnChg chg="add mod">
          <ac:chgData name="Nina Dombrowski" userId="1f2bfacd-2a29-43dd-9bcd-fba75591e3fa" providerId="ADAL" clId="{A1E0730E-2E14-4CD5-AA17-1C7BD8AC580B}" dt="2026-09-24T08:48:24.353" v="1682" actId="14100"/>
          <ac:cxnSpMkLst>
            <pc:docMk/>
            <pc:sldMk cId="2676072630" sldId="295"/>
            <ac:cxnSpMk id="4" creationId="{3F828ADD-5514-B775-EC21-D853277FB29A}"/>
          </ac:cxnSpMkLst>
        </pc:cxnChg>
        <pc:cxnChg chg="del">
          <ac:chgData name="Nina Dombrowski" userId="1f2bfacd-2a29-43dd-9bcd-fba75591e3fa" providerId="ADAL" clId="{A1E0730E-2E14-4CD5-AA17-1C7BD8AC580B}" dt="2026-09-24T08:11:27.666" v="356" actId="478"/>
          <ac:cxnSpMkLst>
            <pc:docMk/>
            <pc:sldMk cId="2676072630" sldId="295"/>
            <ac:cxnSpMk id="9" creationId="{D31389EB-CE8C-407F-F9CB-9BA15F54F80B}"/>
          </ac:cxnSpMkLst>
        </pc:cxnChg>
        <pc:cxnChg chg="del">
          <ac:chgData name="Nina Dombrowski" userId="1f2bfacd-2a29-43dd-9bcd-fba75591e3fa" providerId="ADAL" clId="{A1E0730E-2E14-4CD5-AA17-1C7BD8AC580B}" dt="2026-09-24T08:11:27.666" v="356" actId="478"/>
          <ac:cxnSpMkLst>
            <pc:docMk/>
            <pc:sldMk cId="2676072630" sldId="295"/>
            <ac:cxnSpMk id="13" creationId="{4871D0FF-FCF7-6CA6-11F4-64C27E7989B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A7F55-9507-45A8-BE8A-2473FBFAFF77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487F77-0D14-4642-9A9A-94555F36A7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39258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78F27-02BA-0629-27BA-E6291C74B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39693-6A80-DE7C-A28E-5F712D245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BCBF1-29BC-AC99-96D3-928655639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4C32E-560D-EDDD-D667-0EE8392B0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A9708-3660-4964-8400-F9F86E56367F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42274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9E2DE-84EB-48AF-5EF9-B3666C98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66D82-1778-6C19-0F15-7D16331F3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86D41-F7CE-0175-5302-D9BD46AEE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FBB4A-9FAD-184C-57DB-76E45D3F3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A9708-3660-4964-8400-F9F86E56367F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08335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F292C-1DA7-AEEC-875A-7D798180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65F59-7D84-26F7-85B8-45A581796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E7F74-CD43-D83D-5E7B-9590F86F6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Brown = Sits on the reverse strand. Its coding strand is the reverse strand on the reference, and its template strand is the forward strand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8A98F-3ACB-8906-C156-4FB09DEB9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A9708-3660-4964-8400-F9F86E56367F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58840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B643A-0E8C-1F98-3816-5FA2D054F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3790B-267C-E0A6-1860-F12838AD5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79B2E-D265-3C6F-3113-4D8EDBD76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Brown = Sits on the reverse strand. Its coding strand is the reverse strand on the reference, and its template strand is the forward strand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AC17A-6A1B-0068-FBB2-0878A8E03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A9708-3660-4964-8400-F9F86E56367F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41503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23124-FAEC-4F89-6BE2-E33791BB5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2DE8C-351B-50FE-F0A1-87E576ADA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155AF-3C7C-EB7D-B3AA-F81483AF2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Brown = Sits on the reverse strand. Its coding strand is the reverse strand on the reference, and its template strand is the forward strand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693E9-45EA-BA56-5B2E-0388AF3BE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A9708-3660-4964-8400-F9F86E56367F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8859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A2FE5-0217-ABE9-7236-24D1870ED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5A7AAC-B9E8-7DE7-6FA8-C998F713F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A5B3E-E64B-4278-B31A-ED62155C9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F88E-6CC7-4AC3-883C-593357450330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18454-4BB5-87A6-714D-1587EC4F0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2DA36-B34C-B726-1DE8-411A94735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1899-9D81-41A9-97EC-4DFB87724B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6825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04468-7C7B-E3E2-BD89-A748A3E75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0050-6E62-C379-E2FD-A7D40C1D1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CF575-0DDF-64EA-C1E5-E8C2C645F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F88E-6CC7-4AC3-883C-593357450330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7A286-14F5-BD0A-C323-B4402138B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358A2-5FF8-31AF-9307-99422C23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1899-9D81-41A9-97EC-4DFB87724B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42299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65CE-0843-DD54-E4EC-4276F751B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3FBFF-72B7-B69B-A180-6C86EC657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09CF2-3099-EC85-0A54-FE7A6EDBB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F88E-6CC7-4AC3-883C-593357450330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8755F-0D75-5546-42F5-DBC0E2373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C9197-02F0-F870-DF97-E551EB1A4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1899-9D81-41A9-97EC-4DFB87724B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3441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2307-3421-4B60-447C-60F96F1D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3F1E1-D724-D05D-C45E-7AB8A0B76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3FC4A-EED7-1760-834A-3DBCF3634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0B0F7-DF6C-9D99-F1DF-A40959C48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F88E-6CC7-4AC3-883C-593357450330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125E4-65A7-ACF0-FA6F-87EDE79F0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47E13-8F05-C597-4D37-0425F0C2B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1899-9D81-41A9-97EC-4DFB87724B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157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3E0A-C961-D414-5825-CFC231D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A8B69-C71D-D70A-C1A0-52F401C81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19119-4E14-79FB-A5E4-990119FD3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5AA6F-90CA-E224-08E5-BA3E58B10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131B1-50F7-10C1-1694-801CFB6A4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B51F0C-273D-5A47-884A-51A12CE0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F88E-6CC7-4AC3-883C-593357450330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1C565B-85C2-D789-BE7F-82939D2F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C230C-2EDA-0179-580A-0FC9FD21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1899-9D81-41A9-97EC-4DFB87724B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725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97BD-EA64-B0F5-FEB0-334767894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28F747-B133-96C9-DB27-3A1CEDE7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F88E-6CC7-4AC3-883C-593357450330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BEADA-1F29-8433-E7EA-5C42B76AB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0C917-310F-86A3-443D-B1532957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1899-9D81-41A9-97EC-4DFB87724B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1893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9A3634-B564-E17C-33D1-07D8AE83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F88E-6CC7-4AC3-883C-593357450330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83030-CF2F-74B3-A8EA-E77471E1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3317A-D67A-F91E-352E-D67BB9878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1899-9D81-41A9-97EC-4DFB87724B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0169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8880-8153-F87D-13A1-70E1F7104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45EE-298F-89A6-0A50-D098B044A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8CC7F-E410-1032-FC9A-80C8816AA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60D2-88EC-95D9-50E5-18080D32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F88E-6CC7-4AC3-883C-593357450330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94862-0574-BD0F-6D17-DE07CB413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0B836-2CBA-A8A9-0F4C-B224AEE1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1899-9D81-41A9-97EC-4DFB87724B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86331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FA77-B547-2C51-EE7B-254A5F61A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B7161-2D23-18DC-BF9D-43F2C9906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0B945-DAC3-ACEB-9999-B2021B805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524D1-100A-C8D2-AE3E-9BEEA1255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F88E-6CC7-4AC3-883C-593357450330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8EEC6-76E8-1347-A787-04060F85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0D91B-D345-C00D-E153-CBB75634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1899-9D81-41A9-97EC-4DFB87724B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4185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B536-7BCE-B967-B241-D2C45BCC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C484C-AD11-EE5C-ABDA-4A0D9094E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4358C-7E3D-A081-0DE7-F24BA29B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F88E-6CC7-4AC3-883C-593357450330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C3B02-345A-78B7-ED30-C5DB988F5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37957-FA34-E47E-16B6-C45A9D99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1899-9D81-41A9-97EC-4DFB87724B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6357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DD6C01-F603-E85A-380E-8E039314E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0683C-DD29-5301-9BB1-764C8BFBF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6A2F5-A4C8-3B03-39DB-9AD2F592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F88E-6CC7-4AC3-883C-593357450330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62C6C-8100-167D-D16C-43C8D7B4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2E2C3-A1F5-A4C0-A639-E8F3614C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1899-9D81-41A9-97EC-4DFB87724B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0097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0EBB02-E356-165A-376A-5B14BBCC4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9F8BF-9832-BEF3-A392-24C8139E6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13F47-0FF0-746F-C2BB-1AA4F56A3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6F88E-6CC7-4AC3-883C-593357450330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83C23-6367-221F-4E7D-D95A2E86E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C24AF-5BFB-4EF3-6EC5-C53DE48C3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B1899-9D81-41A9-97EC-4DFB87724B2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977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17925-5E8D-7C73-2F45-544E4C7C6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DDFEDE-6490-2C79-AEA0-03DAF4E90DB6}"/>
              </a:ext>
            </a:extLst>
          </p:cNvPr>
          <p:cNvSpPr txBox="1"/>
          <p:nvPr/>
        </p:nvSpPr>
        <p:spPr>
          <a:xfrm>
            <a:off x="297647" y="939454"/>
            <a:ext cx="124096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Some terminology (for an example gene on the forward strand):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CEC752-CD61-F19B-E670-378D31574C6C}"/>
              </a:ext>
            </a:extLst>
          </p:cNvPr>
          <p:cNvSpPr txBox="1"/>
          <p:nvPr/>
        </p:nvSpPr>
        <p:spPr>
          <a:xfrm>
            <a:off x="297647" y="6350882"/>
            <a:ext cx="11894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/>
              <a:t>*For a gene on the reverse strand these swap:</a:t>
            </a:r>
          </a:p>
          <a:p>
            <a:pPr algn="r"/>
            <a:r>
              <a:rPr lang="en-GB" sz="1400" dirty="0"/>
              <a:t>Its coding strand is on the negative/reverse strand</a:t>
            </a:r>
            <a:endParaRPr lang="en-NL" sz="140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857A248-A3E1-D0D3-1F88-40712A8E3AE4}"/>
              </a:ext>
            </a:extLst>
          </p:cNvPr>
          <p:cNvCxnSpPr>
            <a:cxnSpLocks/>
          </p:cNvCxnSpPr>
          <p:nvPr/>
        </p:nvCxnSpPr>
        <p:spPr>
          <a:xfrm>
            <a:off x="898365" y="2372518"/>
            <a:ext cx="3647440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B6CC617-A283-D2C3-B28F-40F798EF8BF4}"/>
              </a:ext>
            </a:extLst>
          </p:cNvPr>
          <p:cNvCxnSpPr>
            <a:cxnSpLocks/>
          </p:cNvCxnSpPr>
          <p:nvPr/>
        </p:nvCxnSpPr>
        <p:spPr>
          <a:xfrm>
            <a:off x="898365" y="2895613"/>
            <a:ext cx="3647440" cy="0"/>
          </a:xfrm>
          <a:prstGeom prst="line">
            <a:avLst/>
          </a:prstGeom>
          <a:ln w="762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6EC2621-1509-7BE2-E862-C2465B3D0FE2}"/>
              </a:ext>
            </a:extLst>
          </p:cNvPr>
          <p:cNvSpPr txBox="1"/>
          <p:nvPr/>
        </p:nvSpPr>
        <p:spPr>
          <a:xfrm>
            <a:off x="4545805" y="2146621"/>
            <a:ext cx="556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3’</a:t>
            </a:r>
            <a:endParaRPr lang="en-NL" sz="2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BFE0F4-A439-4895-5B90-E8636A88ECDC}"/>
              </a:ext>
            </a:extLst>
          </p:cNvPr>
          <p:cNvSpPr txBox="1"/>
          <p:nvPr/>
        </p:nvSpPr>
        <p:spPr>
          <a:xfrm>
            <a:off x="481169" y="2664781"/>
            <a:ext cx="556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3’</a:t>
            </a:r>
            <a:endParaRPr lang="en-NL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784E65-70E3-C6E6-4DD4-F4E662E854B1}"/>
              </a:ext>
            </a:extLst>
          </p:cNvPr>
          <p:cNvSpPr txBox="1"/>
          <p:nvPr/>
        </p:nvSpPr>
        <p:spPr>
          <a:xfrm>
            <a:off x="481169" y="2146621"/>
            <a:ext cx="556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5’</a:t>
            </a:r>
            <a:endParaRPr lang="en-NL" sz="2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856713-C0AE-F14D-1F1D-5B6AEC0295B0}"/>
              </a:ext>
            </a:extLst>
          </p:cNvPr>
          <p:cNvSpPr txBox="1"/>
          <p:nvPr/>
        </p:nvSpPr>
        <p:spPr>
          <a:xfrm>
            <a:off x="4545804" y="2664781"/>
            <a:ext cx="556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5’</a:t>
            </a:r>
            <a:endParaRPr lang="en-NL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5A1FB4-CF43-E592-0794-71B53042746F}"/>
              </a:ext>
            </a:extLst>
          </p:cNvPr>
          <p:cNvSpPr txBox="1"/>
          <p:nvPr/>
        </p:nvSpPr>
        <p:spPr>
          <a:xfrm>
            <a:off x="5782176" y="1595096"/>
            <a:ext cx="58284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</a:rPr>
              <a:t>Non-template strand</a:t>
            </a:r>
          </a:p>
          <a:p>
            <a:r>
              <a:rPr lang="en-GB" dirty="0">
                <a:solidFill>
                  <a:srgbClr val="002060"/>
                </a:solidFill>
              </a:rPr>
              <a:t>Relative to the gene</a:t>
            </a:r>
            <a:r>
              <a:rPr lang="en-GB" b="1" dirty="0">
                <a:solidFill>
                  <a:srgbClr val="002060"/>
                </a:solidFill>
              </a:rPr>
              <a:t>: Sense/Coding </a:t>
            </a:r>
            <a:r>
              <a:rPr lang="en-GB" dirty="0">
                <a:solidFill>
                  <a:srgbClr val="002060"/>
                </a:solidFill>
              </a:rPr>
              <a:t>strand</a:t>
            </a:r>
          </a:p>
          <a:p>
            <a:r>
              <a:rPr lang="en-GB" dirty="0">
                <a:solidFill>
                  <a:srgbClr val="002060"/>
                </a:solidFill>
              </a:rPr>
              <a:t>Relative to the genome: </a:t>
            </a:r>
            <a:r>
              <a:rPr lang="en-GB" b="1" dirty="0">
                <a:solidFill>
                  <a:srgbClr val="002060"/>
                </a:solidFill>
              </a:rPr>
              <a:t>Positive/(+)/Forward </a:t>
            </a:r>
            <a:r>
              <a:rPr lang="en-GB" dirty="0">
                <a:solidFill>
                  <a:srgbClr val="002060"/>
                </a:solidFill>
              </a:rPr>
              <a:t>strand</a:t>
            </a:r>
            <a:r>
              <a:rPr lang="en-GB" b="1" dirty="0">
                <a:solidFill>
                  <a:srgbClr val="002060"/>
                </a:solidFill>
              </a:rPr>
              <a:t>*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AF0CD5-1906-8F51-BD4B-8047A97C97DC}"/>
              </a:ext>
            </a:extLst>
          </p:cNvPr>
          <p:cNvSpPr txBox="1"/>
          <p:nvPr/>
        </p:nvSpPr>
        <p:spPr>
          <a:xfrm>
            <a:off x="5782177" y="2862146"/>
            <a:ext cx="5928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Template strand 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(template that gets transcribed)</a:t>
            </a:r>
          </a:p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Relative to the gene</a:t>
            </a:r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: Antisense/Non-coding 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strand</a:t>
            </a:r>
          </a:p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Relative to the genome: </a:t>
            </a:r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Negative/(-)/Reverse 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strand*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9E54E2D-81BC-ED3F-707A-132F8C7292AF}"/>
              </a:ext>
            </a:extLst>
          </p:cNvPr>
          <p:cNvCxnSpPr>
            <a:cxnSpLocks/>
          </p:cNvCxnSpPr>
          <p:nvPr/>
        </p:nvCxnSpPr>
        <p:spPr>
          <a:xfrm>
            <a:off x="2605245" y="3126445"/>
            <a:ext cx="0" cy="10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B5A9BD6-10BF-59BA-13AE-71EADEF867C0}"/>
              </a:ext>
            </a:extLst>
          </p:cNvPr>
          <p:cNvSpPr txBox="1"/>
          <p:nvPr/>
        </p:nvSpPr>
        <p:spPr>
          <a:xfrm>
            <a:off x="2683341" y="3448169"/>
            <a:ext cx="4281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transcription</a:t>
            </a:r>
            <a:endParaRPr lang="en-NL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8DF5D39-A5AC-2CD7-D09B-F8F91D93E710}"/>
              </a:ext>
            </a:extLst>
          </p:cNvPr>
          <p:cNvCxnSpPr>
            <a:cxnSpLocks/>
          </p:cNvCxnSpPr>
          <p:nvPr/>
        </p:nvCxnSpPr>
        <p:spPr>
          <a:xfrm>
            <a:off x="898365" y="4333978"/>
            <a:ext cx="3647440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218484F-7842-C779-1E30-EEB63A7F268E}"/>
              </a:ext>
            </a:extLst>
          </p:cNvPr>
          <p:cNvSpPr txBox="1"/>
          <p:nvPr/>
        </p:nvSpPr>
        <p:spPr>
          <a:xfrm>
            <a:off x="4545805" y="4103146"/>
            <a:ext cx="556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5"/>
                </a:solidFill>
              </a:rPr>
              <a:t>3’</a:t>
            </a:r>
            <a:endParaRPr lang="en-NL" sz="2400" b="1" dirty="0">
              <a:solidFill>
                <a:schemeClr val="accent5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6D1745-C9A9-7267-462E-59D04F8DDADA}"/>
              </a:ext>
            </a:extLst>
          </p:cNvPr>
          <p:cNvSpPr txBox="1"/>
          <p:nvPr/>
        </p:nvSpPr>
        <p:spPr>
          <a:xfrm>
            <a:off x="481169" y="4103146"/>
            <a:ext cx="556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5"/>
                </a:solidFill>
              </a:rPr>
              <a:t>5’</a:t>
            </a:r>
            <a:endParaRPr lang="en-NL" sz="2400" b="1" dirty="0">
              <a:solidFill>
                <a:schemeClr val="accent5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C2769E-E765-1B4D-23BD-0A465C48A4CC}"/>
              </a:ext>
            </a:extLst>
          </p:cNvPr>
          <p:cNvSpPr txBox="1"/>
          <p:nvPr/>
        </p:nvSpPr>
        <p:spPr>
          <a:xfrm>
            <a:off x="5782177" y="4149312"/>
            <a:ext cx="4281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5"/>
                </a:solidFill>
              </a:rPr>
              <a:t>mRNA (copy of the non-template strand)</a:t>
            </a:r>
            <a:endParaRPr lang="en-NL" dirty="0">
              <a:solidFill>
                <a:schemeClr val="accent5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82E6291-E3EF-CB52-D818-09E8C19FE2D9}"/>
              </a:ext>
            </a:extLst>
          </p:cNvPr>
          <p:cNvCxnSpPr/>
          <p:nvPr/>
        </p:nvCxnSpPr>
        <p:spPr>
          <a:xfrm>
            <a:off x="898365" y="5717498"/>
            <a:ext cx="3647440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771C872-8362-0799-FA90-2285256D35A4}"/>
              </a:ext>
            </a:extLst>
          </p:cNvPr>
          <p:cNvSpPr txBox="1"/>
          <p:nvPr/>
        </p:nvSpPr>
        <p:spPr>
          <a:xfrm>
            <a:off x="4545805" y="5486665"/>
            <a:ext cx="556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5’</a:t>
            </a:r>
            <a:endParaRPr lang="en-NL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4D9F67-16B2-2077-92C8-EED421CCDE51}"/>
              </a:ext>
            </a:extLst>
          </p:cNvPr>
          <p:cNvSpPr txBox="1"/>
          <p:nvPr/>
        </p:nvSpPr>
        <p:spPr>
          <a:xfrm>
            <a:off x="481169" y="5486665"/>
            <a:ext cx="55623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3’</a:t>
            </a:r>
            <a:endParaRPr lang="en-NL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BCDC969-2284-562C-059C-FECC7F98926D}"/>
              </a:ext>
            </a:extLst>
          </p:cNvPr>
          <p:cNvCxnSpPr/>
          <p:nvPr/>
        </p:nvCxnSpPr>
        <p:spPr>
          <a:xfrm>
            <a:off x="898364" y="6243807"/>
            <a:ext cx="3647440" cy="0"/>
          </a:xfrm>
          <a:prstGeom prst="line">
            <a:avLst/>
          </a:prstGeom>
          <a:ln w="762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E51C19A-C13A-A336-D9DC-1D74F7FC9CD9}"/>
              </a:ext>
            </a:extLst>
          </p:cNvPr>
          <p:cNvSpPr txBox="1"/>
          <p:nvPr/>
        </p:nvSpPr>
        <p:spPr>
          <a:xfrm>
            <a:off x="4545804" y="6012974"/>
            <a:ext cx="556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3’</a:t>
            </a:r>
            <a:endParaRPr lang="en-NL" sz="2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26552A-86D1-2240-8C99-EE0CAB950B12}"/>
              </a:ext>
            </a:extLst>
          </p:cNvPr>
          <p:cNvSpPr txBox="1"/>
          <p:nvPr/>
        </p:nvSpPr>
        <p:spPr>
          <a:xfrm>
            <a:off x="481168" y="6012974"/>
            <a:ext cx="556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5’</a:t>
            </a:r>
            <a:endParaRPr lang="en-NL" sz="2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DC69EF-F346-06ED-AF73-614644892CD7}"/>
              </a:ext>
            </a:extLst>
          </p:cNvPr>
          <p:cNvSpPr txBox="1"/>
          <p:nvPr/>
        </p:nvSpPr>
        <p:spPr>
          <a:xfrm>
            <a:off x="5782177" y="5524782"/>
            <a:ext cx="4281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First-strand cDNA</a:t>
            </a:r>
            <a:endParaRPr lang="en-NL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A2E13D-1083-B20E-3263-BBA7D7EAB9EA}"/>
              </a:ext>
            </a:extLst>
          </p:cNvPr>
          <p:cNvSpPr txBox="1"/>
          <p:nvPr/>
        </p:nvSpPr>
        <p:spPr>
          <a:xfrm>
            <a:off x="5782177" y="6012974"/>
            <a:ext cx="4281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Second-strand cDNA</a:t>
            </a:r>
            <a:endParaRPr lang="en-NL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0A66F33-C001-3E0F-9E83-003D2FDC8170}"/>
              </a:ext>
            </a:extLst>
          </p:cNvPr>
          <p:cNvCxnSpPr>
            <a:cxnSpLocks/>
          </p:cNvCxnSpPr>
          <p:nvPr/>
        </p:nvCxnSpPr>
        <p:spPr>
          <a:xfrm>
            <a:off x="2605245" y="4481083"/>
            <a:ext cx="0" cy="10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3025214-1C47-D5C0-4C7D-509478CAC6A6}"/>
              </a:ext>
            </a:extLst>
          </p:cNvPr>
          <p:cNvSpPr txBox="1"/>
          <p:nvPr/>
        </p:nvSpPr>
        <p:spPr>
          <a:xfrm>
            <a:off x="2683341" y="4802807"/>
            <a:ext cx="4281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Reverse transcription</a:t>
            </a:r>
            <a:endParaRPr lang="en-NL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42AF189-922A-E2BB-78C8-097FBED06097}"/>
              </a:ext>
            </a:extLst>
          </p:cNvPr>
          <p:cNvCxnSpPr>
            <a:cxnSpLocks/>
          </p:cNvCxnSpPr>
          <p:nvPr/>
        </p:nvCxnSpPr>
        <p:spPr>
          <a:xfrm>
            <a:off x="2605245" y="5894114"/>
            <a:ext cx="0" cy="262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2D2E61B-247C-39B3-B54D-75AC30D28415}"/>
              </a:ext>
            </a:extLst>
          </p:cNvPr>
          <p:cNvSpPr txBox="1"/>
          <p:nvPr/>
        </p:nvSpPr>
        <p:spPr>
          <a:xfrm>
            <a:off x="2605244" y="5857835"/>
            <a:ext cx="4281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Second-strand synthesis</a:t>
            </a:r>
            <a:endParaRPr lang="en-NL" sz="1200" dirty="0"/>
          </a:p>
        </p:txBody>
      </p:sp>
    </p:spTree>
    <p:extLst>
      <p:ext uri="{BB962C8B-B14F-4D97-AF65-F5344CB8AC3E}">
        <p14:creationId xmlns:p14="http://schemas.microsoft.com/office/powerpoint/2010/main" val="2013311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8350A-4A0E-54E2-A260-0DAC627F5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1A771A-2458-A292-892B-F8D049F18092}"/>
              </a:ext>
            </a:extLst>
          </p:cNvPr>
          <p:cNvSpPr txBox="1"/>
          <p:nvPr/>
        </p:nvSpPr>
        <p:spPr>
          <a:xfrm>
            <a:off x="297647" y="939454"/>
            <a:ext cx="124096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More terminology (that helps us to choose the right parameters for Trinity):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B32DC2-CAEB-3906-A75E-5A52ACF5ED92}"/>
              </a:ext>
            </a:extLst>
          </p:cNvPr>
          <p:cNvGrpSpPr/>
          <p:nvPr/>
        </p:nvGrpSpPr>
        <p:grpSpPr>
          <a:xfrm>
            <a:off x="15240" y="1565921"/>
            <a:ext cx="7247351" cy="4234029"/>
            <a:chOff x="15240" y="1565921"/>
            <a:chExt cx="7247351" cy="4234029"/>
          </a:xfrm>
        </p:grpSpPr>
        <p:sp>
          <p:nvSpPr>
            <p:cNvPr id="43" name="Arrow: Pentagon 42">
              <a:extLst>
                <a:ext uri="{FF2B5EF4-FFF2-40B4-BE49-F238E27FC236}">
                  <a16:creationId xmlns:a16="http://schemas.microsoft.com/office/drawing/2014/main" id="{FBA55C95-7E0D-ABF6-BB90-86E46CD9934E}"/>
                </a:ext>
              </a:extLst>
            </p:cNvPr>
            <p:cNvSpPr/>
            <p:nvPr/>
          </p:nvSpPr>
          <p:spPr>
            <a:xfrm>
              <a:off x="325296" y="2108675"/>
              <a:ext cx="4088524" cy="173421"/>
            </a:xfrm>
            <a:prstGeom prst="homePlate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62B0C6C-4017-75FC-8078-F03EE4B41397}"/>
                </a:ext>
              </a:extLst>
            </p:cNvPr>
            <p:cNvCxnSpPr/>
            <p:nvPr/>
          </p:nvCxnSpPr>
          <p:spPr>
            <a:xfrm>
              <a:off x="183406" y="1908978"/>
              <a:ext cx="43775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286253E-1698-B2DB-4C01-8088F6B50C21}"/>
                </a:ext>
              </a:extLst>
            </p:cNvPr>
            <p:cNvSpPr txBox="1"/>
            <p:nvPr/>
          </p:nvSpPr>
          <p:spPr>
            <a:xfrm>
              <a:off x="4492648" y="156592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3’</a:t>
              </a:r>
              <a:endParaRPr lang="en-NL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BB9F8F0-57DB-0789-FD70-19ED6E6CDF5A}"/>
                </a:ext>
              </a:extLst>
            </p:cNvPr>
            <p:cNvSpPr txBox="1"/>
            <p:nvPr/>
          </p:nvSpPr>
          <p:spPr>
            <a:xfrm>
              <a:off x="15240" y="1565921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5’</a:t>
              </a:r>
              <a:endParaRPr lang="en-NL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946DD81-5022-CE51-AC84-DACD9A62DA47}"/>
                </a:ext>
              </a:extLst>
            </p:cNvPr>
            <p:cNvSpPr txBox="1"/>
            <p:nvPr/>
          </p:nvSpPr>
          <p:spPr>
            <a:xfrm>
              <a:off x="4482605" y="2038015"/>
              <a:ext cx="1723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Transcript</a:t>
              </a:r>
              <a:endParaRPr lang="en-NL" sz="1600" dirty="0"/>
            </a:p>
          </p:txBody>
        </p:sp>
        <p:sp>
          <p:nvSpPr>
            <p:cNvPr id="48" name="Arrow: Pentagon 47">
              <a:extLst>
                <a:ext uri="{FF2B5EF4-FFF2-40B4-BE49-F238E27FC236}">
                  <a16:creationId xmlns:a16="http://schemas.microsoft.com/office/drawing/2014/main" id="{6F566721-E960-E7E5-535C-03A2D09E06A5}"/>
                </a:ext>
              </a:extLst>
            </p:cNvPr>
            <p:cNvSpPr/>
            <p:nvPr/>
          </p:nvSpPr>
          <p:spPr>
            <a:xfrm>
              <a:off x="325296" y="2682589"/>
              <a:ext cx="746234" cy="173421"/>
            </a:xfrm>
            <a:prstGeom prst="homePlat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NL" sz="1000" b="1" dirty="0"/>
            </a:p>
          </p:txBody>
        </p:sp>
        <p:sp>
          <p:nvSpPr>
            <p:cNvPr id="49" name="Arrow: Pentagon 48">
              <a:extLst>
                <a:ext uri="{FF2B5EF4-FFF2-40B4-BE49-F238E27FC236}">
                  <a16:creationId xmlns:a16="http://schemas.microsoft.com/office/drawing/2014/main" id="{1426E45C-8667-CDF8-A91A-755DC24A3889}"/>
                </a:ext>
              </a:extLst>
            </p:cNvPr>
            <p:cNvSpPr/>
            <p:nvPr/>
          </p:nvSpPr>
          <p:spPr>
            <a:xfrm flipH="1">
              <a:off x="3578248" y="2682589"/>
              <a:ext cx="746234" cy="173421"/>
            </a:xfrm>
            <a:prstGeom prst="homePlate">
              <a:avLst/>
            </a:prstGeom>
            <a:solidFill>
              <a:srgbClr val="B4E5A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NL" sz="1000" b="1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4A89654-1926-7AF0-D0DE-79904290E8F7}"/>
                </a:ext>
              </a:extLst>
            </p:cNvPr>
            <p:cNvSpPr txBox="1"/>
            <p:nvPr/>
          </p:nvSpPr>
          <p:spPr>
            <a:xfrm>
              <a:off x="241213" y="238866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R1</a:t>
              </a:r>
              <a:endParaRPr lang="en-NL" b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B3FB1A1-C9D3-4F43-035C-72851642B855}"/>
                </a:ext>
              </a:extLst>
            </p:cNvPr>
            <p:cNvSpPr txBox="1"/>
            <p:nvPr/>
          </p:nvSpPr>
          <p:spPr>
            <a:xfrm>
              <a:off x="3956620" y="238866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R2</a:t>
              </a:r>
              <a:endParaRPr lang="en-NL" i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E91CFE2-B1AB-1582-1FFB-E31B58A48679}"/>
                </a:ext>
              </a:extLst>
            </p:cNvPr>
            <p:cNvSpPr txBox="1"/>
            <p:nvPr/>
          </p:nvSpPr>
          <p:spPr>
            <a:xfrm>
              <a:off x="4482605" y="2478659"/>
              <a:ext cx="27799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 err="1"/>
                <a:t>fr-secondstrand</a:t>
              </a:r>
              <a:r>
                <a:rPr lang="en-GB" sz="1600" b="1" dirty="0"/>
                <a:t>*, FR, </a:t>
              </a:r>
            </a:p>
            <a:p>
              <a:r>
                <a:rPr lang="en-GB" sz="1600" b="1" dirty="0"/>
                <a:t>direct stranded</a:t>
              </a:r>
              <a:endParaRPr lang="en-NL" sz="1600" b="1" dirty="0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E81BFEC-179F-052B-31E1-781436E44BC1}"/>
                </a:ext>
              </a:extLst>
            </p:cNvPr>
            <p:cNvCxnSpPr>
              <a:cxnSpLocks/>
              <a:endCxn id="49" idx="3"/>
            </p:cNvCxnSpPr>
            <p:nvPr/>
          </p:nvCxnSpPr>
          <p:spPr>
            <a:xfrm>
              <a:off x="1071530" y="2757999"/>
              <a:ext cx="2506718" cy="11300"/>
            </a:xfrm>
            <a:prstGeom prst="line">
              <a:avLst/>
            </a:prstGeom>
            <a:ln>
              <a:solidFill>
                <a:srgbClr val="7F7F7F"/>
              </a:solidFill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Arrow: Pentagon 53">
              <a:extLst>
                <a:ext uri="{FF2B5EF4-FFF2-40B4-BE49-F238E27FC236}">
                  <a16:creationId xmlns:a16="http://schemas.microsoft.com/office/drawing/2014/main" id="{6B181ED0-3725-D9BA-E7EB-CB2D48A16271}"/>
                </a:ext>
              </a:extLst>
            </p:cNvPr>
            <p:cNvSpPr/>
            <p:nvPr/>
          </p:nvSpPr>
          <p:spPr>
            <a:xfrm>
              <a:off x="325293" y="3859745"/>
              <a:ext cx="746234" cy="173421"/>
            </a:xfrm>
            <a:prstGeom prst="homePlate">
              <a:avLst/>
            </a:prstGeom>
            <a:solidFill>
              <a:srgbClr val="A6CAE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NL" sz="1000" b="1" dirty="0"/>
            </a:p>
          </p:txBody>
        </p:sp>
        <p:sp>
          <p:nvSpPr>
            <p:cNvPr id="55" name="Arrow: Pentagon 54">
              <a:extLst>
                <a:ext uri="{FF2B5EF4-FFF2-40B4-BE49-F238E27FC236}">
                  <a16:creationId xmlns:a16="http://schemas.microsoft.com/office/drawing/2014/main" id="{86E02EA5-A008-D6CA-0116-377AFCCE3579}"/>
                </a:ext>
              </a:extLst>
            </p:cNvPr>
            <p:cNvSpPr/>
            <p:nvPr/>
          </p:nvSpPr>
          <p:spPr>
            <a:xfrm flipH="1">
              <a:off x="3578245" y="3859745"/>
              <a:ext cx="746234" cy="173421"/>
            </a:xfrm>
            <a:prstGeom prst="homePlat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NL" sz="10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FA680A6-2B2B-8934-C3DD-C137C2BBEAB4}"/>
                </a:ext>
              </a:extLst>
            </p:cNvPr>
            <p:cNvSpPr txBox="1"/>
            <p:nvPr/>
          </p:nvSpPr>
          <p:spPr>
            <a:xfrm>
              <a:off x="241210" y="356582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R2</a:t>
              </a:r>
              <a:endParaRPr lang="en-NL" i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78C4960-3EFA-151A-E21B-A4A55974AB7A}"/>
                </a:ext>
              </a:extLst>
            </p:cNvPr>
            <p:cNvSpPr txBox="1"/>
            <p:nvPr/>
          </p:nvSpPr>
          <p:spPr>
            <a:xfrm>
              <a:off x="3956617" y="356582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R1</a:t>
              </a:r>
              <a:endParaRPr lang="en-NL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10EA87A-DEE2-5715-80C1-4D73BAE27CD9}"/>
                </a:ext>
              </a:extLst>
            </p:cNvPr>
            <p:cNvSpPr txBox="1"/>
            <p:nvPr/>
          </p:nvSpPr>
          <p:spPr>
            <a:xfrm>
              <a:off x="4482602" y="3655815"/>
              <a:ext cx="25172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 err="1"/>
                <a:t>fr-firststrand</a:t>
              </a:r>
              <a:r>
                <a:rPr lang="en-GB" sz="1600" b="1" dirty="0"/>
                <a:t>*, RF, </a:t>
              </a:r>
            </a:p>
            <a:p>
              <a:r>
                <a:rPr lang="en-GB" sz="1600" b="1" dirty="0"/>
                <a:t>reverse stranded</a:t>
              </a:r>
              <a:endParaRPr lang="en-NL" sz="1600" b="1" dirty="0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3B82087-6AF3-97ED-8711-D581A3EEECA7}"/>
                </a:ext>
              </a:extLst>
            </p:cNvPr>
            <p:cNvCxnSpPr>
              <a:cxnSpLocks/>
              <a:endCxn id="55" idx="3"/>
            </p:cNvCxnSpPr>
            <p:nvPr/>
          </p:nvCxnSpPr>
          <p:spPr>
            <a:xfrm>
              <a:off x="1071527" y="3935155"/>
              <a:ext cx="2506718" cy="11300"/>
            </a:xfrm>
            <a:prstGeom prst="line">
              <a:avLst/>
            </a:prstGeom>
            <a:ln>
              <a:solidFill>
                <a:srgbClr val="7F7F7F"/>
              </a:solidFill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205289F-0A5E-B505-62B7-CB8339762694}"/>
                </a:ext>
              </a:extLst>
            </p:cNvPr>
            <p:cNvCxnSpPr>
              <a:cxnSpLocks/>
            </p:cNvCxnSpPr>
            <p:nvPr/>
          </p:nvCxnSpPr>
          <p:spPr>
            <a:xfrm>
              <a:off x="285880" y="4512916"/>
              <a:ext cx="6297631" cy="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Arrow: Pentagon 60">
              <a:extLst>
                <a:ext uri="{FF2B5EF4-FFF2-40B4-BE49-F238E27FC236}">
                  <a16:creationId xmlns:a16="http://schemas.microsoft.com/office/drawing/2014/main" id="{515EEF95-CA54-D823-103F-24DBEF355593}"/>
                </a:ext>
              </a:extLst>
            </p:cNvPr>
            <p:cNvSpPr/>
            <p:nvPr/>
          </p:nvSpPr>
          <p:spPr>
            <a:xfrm>
              <a:off x="409379" y="4938104"/>
              <a:ext cx="746234" cy="173421"/>
            </a:xfrm>
            <a:prstGeom prst="homePlat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NL" sz="1000" b="1" dirty="0"/>
            </a:p>
          </p:txBody>
        </p:sp>
        <p:sp>
          <p:nvSpPr>
            <p:cNvPr id="62" name="Arrow: Pentagon 61">
              <a:extLst>
                <a:ext uri="{FF2B5EF4-FFF2-40B4-BE49-F238E27FC236}">
                  <a16:creationId xmlns:a16="http://schemas.microsoft.com/office/drawing/2014/main" id="{23AC8FAB-96F8-0D0C-3364-0E9A1CF98E1E}"/>
                </a:ext>
              </a:extLst>
            </p:cNvPr>
            <p:cNvSpPr/>
            <p:nvPr/>
          </p:nvSpPr>
          <p:spPr>
            <a:xfrm flipH="1">
              <a:off x="3662331" y="4938104"/>
              <a:ext cx="746234" cy="173421"/>
            </a:xfrm>
            <a:prstGeom prst="homePlate">
              <a:avLst/>
            </a:prstGeom>
            <a:solidFill>
              <a:srgbClr val="B4E5A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NL" sz="10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8AF78F3-5894-F1C9-8481-1A0685385A62}"/>
                </a:ext>
              </a:extLst>
            </p:cNvPr>
            <p:cNvSpPr txBox="1"/>
            <p:nvPr/>
          </p:nvSpPr>
          <p:spPr>
            <a:xfrm>
              <a:off x="325296" y="464418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R1</a:t>
              </a:r>
              <a:endParaRPr lang="en-NL" b="1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CE93E3B-B329-E8D5-31FF-3583F2216D3B}"/>
                </a:ext>
              </a:extLst>
            </p:cNvPr>
            <p:cNvSpPr txBox="1"/>
            <p:nvPr/>
          </p:nvSpPr>
          <p:spPr>
            <a:xfrm>
              <a:off x="4035448" y="464418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R2</a:t>
              </a:r>
              <a:endParaRPr lang="en-NL" i="1" dirty="0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270444E-5D46-4929-07EC-4F2267703DFF}"/>
                </a:ext>
              </a:extLst>
            </p:cNvPr>
            <p:cNvCxnSpPr>
              <a:cxnSpLocks/>
              <a:endCxn id="62" idx="3"/>
            </p:cNvCxnSpPr>
            <p:nvPr/>
          </p:nvCxnSpPr>
          <p:spPr>
            <a:xfrm>
              <a:off x="1155613" y="5013514"/>
              <a:ext cx="2506718" cy="11300"/>
            </a:xfrm>
            <a:prstGeom prst="line">
              <a:avLst/>
            </a:prstGeom>
            <a:ln>
              <a:solidFill>
                <a:srgbClr val="7F7F7F"/>
              </a:solidFill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Arrow: Pentagon 65">
              <a:extLst>
                <a:ext uri="{FF2B5EF4-FFF2-40B4-BE49-F238E27FC236}">
                  <a16:creationId xmlns:a16="http://schemas.microsoft.com/office/drawing/2014/main" id="{9ABE67E5-71FC-1F99-1C24-3BA2C749D4CA}"/>
                </a:ext>
              </a:extLst>
            </p:cNvPr>
            <p:cNvSpPr/>
            <p:nvPr/>
          </p:nvSpPr>
          <p:spPr>
            <a:xfrm>
              <a:off x="409376" y="5626529"/>
              <a:ext cx="746234" cy="173421"/>
            </a:xfrm>
            <a:prstGeom prst="homePlate">
              <a:avLst/>
            </a:prstGeom>
            <a:solidFill>
              <a:srgbClr val="A6CAE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NL" sz="1000" b="1" dirty="0"/>
            </a:p>
          </p:txBody>
        </p:sp>
        <p:sp>
          <p:nvSpPr>
            <p:cNvPr id="67" name="Arrow: Pentagon 66">
              <a:extLst>
                <a:ext uri="{FF2B5EF4-FFF2-40B4-BE49-F238E27FC236}">
                  <a16:creationId xmlns:a16="http://schemas.microsoft.com/office/drawing/2014/main" id="{30B011CC-1D24-AE9E-B1F8-9AD15BE8CF62}"/>
                </a:ext>
              </a:extLst>
            </p:cNvPr>
            <p:cNvSpPr/>
            <p:nvPr/>
          </p:nvSpPr>
          <p:spPr>
            <a:xfrm flipH="1">
              <a:off x="3662328" y="5626529"/>
              <a:ext cx="746234" cy="173421"/>
            </a:xfrm>
            <a:prstGeom prst="homePlat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GB" sz="1000" b="1" dirty="0">
                <a:solidFill>
                  <a:schemeClr val="tx1"/>
                </a:solidFill>
              </a:endParaRPr>
            </a:p>
            <a:p>
              <a:pPr algn="ctr"/>
              <a:endParaRPr lang="en-GB" sz="1000" b="1" dirty="0">
                <a:solidFill>
                  <a:schemeClr val="tx1"/>
                </a:solidFill>
              </a:endParaRPr>
            </a:p>
            <a:p>
              <a:pPr algn="ctr"/>
              <a:endParaRPr lang="en-NL" sz="10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1A34C3E-9265-2CFB-5C91-55A06796257C}"/>
                </a:ext>
              </a:extLst>
            </p:cNvPr>
            <p:cNvSpPr txBox="1"/>
            <p:nvPr/>
          </p:nvSpPr>
          <p:spPr>
            <a:xfrm>
              <a:off x="325293" y="533260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R2</a:t>
              </a:r>
              <a:endParaRPr lang="en-NL" i="1" dirty="0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236D464-8A33-9B2B-4533-03EB5FD8292F}"/>
                </a:ext>
              </a:extLst>
            </p:cNvPr>
            <p:cNvCxnSpPr>
              <a:cxnSpLocks/>
              <a:endCxn id="67" idx="3"/>
            </p:cNvCxnSpPr>
            <p:nvPr/>
          </p:nvCxnSpPr>
          <p:spPr>
            <a:xfrm>
              <a:off x="1155610" y="5701939"/>
              <a:ext cx="2506718" cy="11300"/>
            </a:xfrm>
            <a:prstGeom prst="line">
              <a:avLst/>
            </a:prstGeom>
            <a:ln>
              <a:solidFill>
                <a:srgbClr val="7F7F7F"/>
              </a:solidFill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E6EDE3B-93EE-1499-5186-09F4C71E7153}"/>
                </a:ext>
              </a:extLst>
            </p:cNvPr>
            <p:cNvSpPr txBox="1"/>
            <p:nvPr/>
          </p:nvSpPr>
          <p:spPr>
            <a:xfrm>
              <a:off x="4540412" y="5195103"/>
              <a:ext cx="25172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 err="1"/>
                <a:t>unstranded</a:t>
              </a:r>
              <a:endParaRPr lang="en-NL" sz="1600" b="1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D023DDC-765B-03B9-6358-3090305170BA}"/>
                </a:ext>
              </a:extLst>
            </p:cNvPr>
            <p:cNvSpPr txBox="1"/>
            <p:nvPr/>
          </p:nvSpPr>
          <p:spPr>
            <a:xfrm>
              <a:off x="4035448" y="533260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R1</a:t>
              </a:r>
              <a:endParaRPr lang="en-NL" b="1" dirty="0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C93E511-FE20-C7B8-214C-482BE2DEF6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880" y="3251987"/>
              <a:ext cx="6202097" cy="31218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1944BFE9-D86A-8D0D-769D-84F4C73E1262}"/>
              </a:ext>
            </a:extLst>
          </p:cNvPr>
          <p:cNvSpPr txBox="1"/>
          <p:nvPr/>
        </p:nvSpPr>
        <p:spPr>
          <a:xfrm>
            <a:off x="6659057" y="4934648"/>
            <a:ext cx="64321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ym typeface="Wingdings" panose="05000000000000000000" pitchFamily="2" charset="2"/>
              </a:rPr>
              <a:t> </a:t>
            </a:r>
            <a:r>
              <a:rPr lang="en-GB" sz="1600" dirty="0"/>
              <a:t>We don’t know from what strand a read came from</a:t>
            </a:r>
            <a:endParaRPr lang="en-NL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F24CD0F-3A4C-0C84-6F43-593AB04DB901}"/>
              </a:ext>
            </a:extLst>
          </p:cNvPr>
          <p:cNvSpPr txBox="1"/>
          <p:nvPr/>
        </p:nvSpPr>
        <p:spPr>
          <a:xfrm>
            <a:off x="6659056" y="2667212"/>
            <a:ext cx="56029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ym typeface="Wingdings" panose="05000000000000000000" pitchFamily="2" charset="2"/>
              </a:rPr>
              <a:t> </a:t>
            </a:r>
            <a:r>
              <a:rPr lang="en-GB" sz="1600" dirty="0"/>
              <a:t>Read 1 runs in the same direction as the transcript (</a:t>
            </a:r>
            <a:r>
              <a:rPr lang="en-GB" sz="1600" b="1" dirty="0">
                <a:solidFill>
                  <a:srgbClr val="215F9A"/>
                </a:solidFill>
              </a:rPr>
              <a:t>sense</a:t>
            </a:r>
            <a:r>
              <a:rPr lang="en-GB" sz="1600" dirty="0"/>
              <a:t>), 	that’s why we call it "direct"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AD36D5-B4C4-6AF7-E816-9EFBE834FFE0}"/>
              </a:ext>
            </a:extLst>
          </p:cNvPr>
          <p:cNvSpPr txBox="1"/>
          <p:nvPr/>
        </p:nvSpPr>
        <p:spPr>
          <a:xfrm>
            <a:off x="6659056" y="3800930"/>
            <a:ext cx="52880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ym typeface="Wingdings" panose="05000000000000000000" pitchFamily="2" charset="2"/>
              </a:rPr>
              <a:t> </a:t>
            </a:r>
            <a:r>
              <a:rPr lang="en-GB" sz="1600" dirty="0"/>
              <a:t>Read 1 runs opposite to the transcript (</a:t>
            </a:r>
            <a:r>
              <a:rPr lang="en-GB" sz="1600" b="1" dirty="0">
                <a:solidFill>
                  <a:srgbClr val="3B7D23"/>
                </a:solidFill>
              </a:rPr>
              <a:t>antisense</a:t>
            </a:r>
            <a:r>
              <a:rPr lang="en-GB" sz="1600" dirty="0"/>
              <a:t>), 	 that’s why we call it "reverse"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BAD2764-4F6A-57E2-CBB5-5221D8C9C1D1}"/>
              </a:ext>
            </a:extLst>
          </p:cNvPr>
          <p:cNvSpPr txBox="1"/>
          <p:nvPr/>
        </p:nvSpPr>
        <p:spPr>
          <a:xfrm>
            <a:off x="4134168" y="6334780"/>
            <a:ext cx="8057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NL" sz="1400" dirty="0"/>
              <a:t>*first-/second-strand = the cDNA strand whose sequence Read 1 matches.</a:t>
            </a:r>
            <a:endParaRPr lang="en-GB" sz="1400" dirty="0"/>
          </a:p>
          <a:p>
            <a:pPr algn="r"/>
            <a:r>
              <a:rPr lang="en-NL" sz="1400" dirty="0"/>
              <a:t> Colours: sequence of first- (green) or second-strand (blue) cDNA, as on the previous slide.</a:t>
            </a:r>
          </a:p>
        </p:txBody>
      </p:sp>
    </p:spTree>
    <p:extLst>
      <p:ext uri="{BB962C8B-B14F-4D97-AF65-F5344CB8AC3E}">
        <p14:creationId xmlns:p14="http://schemas.microsoft.com/office/powerpoint/2010/main" val="1811978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FDDCB-7BD0-8FC0-2022-937DBB706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B9EEFFA-97E0-B2AC-FB57-6AB5806E9E35}"/>
              </a:ext>
            </a:extLst>
          </p:cNvPr>
          <p:cNvSpPr txBox="1"/>
          <p:nvPr/>
        </p:nvSpPr>
        <p:spPr>
          <a:xfrm>
            <a:off x="-190500" y="3338512"/>
            <a:ext cx="396554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NL" sz="700" b="1" dirty="0">
                <a:solidFill>
                  <a:schemeClr val="bg1"/>
                </a:solidFill>
              </a:rPr>
              <a:t>https://images.marinespecies.org/thumbs/48541_cymodocea-nodosa.jpg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A266D2-AB59-0C86-C3CC-71C67E14F4D3}"/>
              </a:ext>
            </a:extLst>
          </p:cNvPr>
          <p:cNvSpPr txBox="1"/>
          <p:nvPr/>
        </p:nvSpPr>
        <p:spPr>
          <a:xfrm>
            <a:off x="279226" y="914401"/>
            <a:ext cx="124096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Why we care:</a:t>
            </a:r>
            <a:endParaRPr lang="en-NL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295D50-B8F8-63E0-69FC-AD3EF28C82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278"/>
          <a:stretch>
            <a:fillRect/>
          </a:stretch>
        </p:blipFill>
        <p:spPr>
          <a:xfrm>
            <a:off x="417155" y="1517767"/>
            <a:ext cx="6174062" cy="26415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A41B9A5-E21E-FBCE-D6F5-7E9423272120}"/>
              </a:ext>
            </a:extLst>
          </p:cNvPr>
          <p:cNvSpPr txBox="1"/>
          <p:nvPr/>
        </p:nvSpPr>
        <p:spPr>
          <a:xfrm>
            <a:off x="555350" y="1443662"/>
            <a:ext cx="3528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 err="1"/>
              <a:t>Unstranded</a:t>
            </a:r>
            <a:r>
              <a:rPr lang="en-GB" sz="1600" b="1" dirty="0"/>
              <a:t> sequencing protocol</a:t>
            </a:r>
            <a:endParaRPr lang="en-NL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B16A9D-AA44-0E04-D7B1-7380BEC42FA6}"/>
              </a:ext>
            </a:extLst>
          </p:cNvPr>
          <p:cNvSpPr txBox="1"/>
          <p:nvPr/>
        </p:nvSpPr>
        <p:spPr>
          <a:xfrm>
            <a:off x="8305800" y="6599705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NL" sz="1200" dirty="0"/>
              <a:t>Griffith </a:t>
            </a:r>
            <a:r>
              <a:rPr lang="en-GB" sz="1200" dirty="0"/>
              <a:t>et al., 2015; </a:t>
            </a:r>
            <a:r>
              <a:rPr lang="fr-FR" sz="1200" dirty="0"/>
              <a:t>doi:10.1371/journal.pcbi.1004393</a:t>
            </a:r>
            <a:endParaRPr lang="en-NL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5D5527-6747-5411-766F-6E8840283C40}"/>
              </a:ext>
            </a:extLst>
          </p:cNvPr>
          <p:cNvSpPr txBox="1"/>
          <p:nvPr/>
        </p:nvSpPr>
        <p:spPr>
          <a:xfrm>
            <a:off x="6591217" y="3287609"/>
            <a:ext cx="5724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Green (+) gene:</a:t>
            </a:r>
          </a:p>
          <a:p>
            <a:r>
              <a:rPr lang="en-NL" sz="1400" dirty="0"/>
              <a:t>~50% of read pairs appear to come from +, ~50% from –</a:t>
            </a:r>
            <a:endParaRPr lang="en-GB" sz="1400" dirty="0"/>
          </a:p>
          <a:p>
            <a:r>
              <a:rPr lang="en-GB" sz="1400" dirty="0">
                <a:sym typeface="Wingdings" panose="05000000000000000000" pitchFamily="2" charset="2"/>
              </a:rPr>
              <a:t> This tells us nothing about the gene’s strand</a:t>
            </a:r>
            <a:endParaRPr lang="en-NL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5B56A8-2C65-53B8-7192-0F9D875DF03E}"/>
              </a:ext>
            </a:extLst>
          </p:cNvPr>
          <p:cNvSpPr txBox="1"/>
          <p:nvPr/>
        </p:nvSpPr>
        <p:spPr>
          <a:xfrm>
            <a:off x="6591217" y="1724041"/>
            <a:ext cx="56007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400" b="1" dirty="0"/>
              <a:t>Colours</a:t>
            </a:r>
            <a:r>
              <a:rPr lang="en-GB" sz="1400" b="1" dirty="0"/>
              <a:t> =	 genome strand (+/-) a pair appears to come from</a:t>
            </a:r>
          </a:p>
          <a:p>
            <a:pPr lvl="2"/>
            <a:r>
              <a:rPr lang="en-NL" sz="1400" dirty="0"/>
              <a:t>not cDNA strand as on the previous slide</a:t>
            </a:r>
            <a:br>
              <a:rPr lang="en-NL" sz="1400" dirty="0"/>
            </a:br>
            <a:endParaRPr lang="en-GB" sz="1400" dirty="0"/>
          </a:p>
          <a:p>
            <a:pPr lvl="2"/>
            <a:r>
              <a:rPr lang="en-GB" sz="1400" dirty="0">
                <a:sym typeface="Wingdings" panose="05000000000000000000" pitchFamily="2" charset="2"/>
              </a:rPr>
              <a:t></a:t>
            </a:r>
            <a:r>
              <a:rPr lang="en-GB" sz="1400" dirty="0"/>
              <a:t> </a:t>
            </a:r>
            <a:r>
              <a:rPr lang="en-NL" sz="1400" b="1" dirty="0"/>
              <a:t>Blue</a:t>
            </a:r>
            <a:r>
              <a:rPr lang="en-NL" sz="1400" dirty="0"/>
              <a:t> = </a:t>
            </a:r>
            <a:r>
              <a:rPr lang="en-NL" sz="1400" b="1" dirty="0"/>
              <a:t>forward (+)</a:t>
            </a:r>
            <a:r>
              <a:rPr lang="en-NL" sz="1400" dirty="0"/>
              <a:t> strand </a:t>
            </a:r>
            <a:endParaRPr lang="en-GB" sz="1400" dirty="0"/>
          </a:p>
          <a:p>
            <a:pPr lvl="2"/>
            <a:r>
              <a:rPr lang="en-GB" sz="1400" b="1" dirty="0">
                <a:sym typeface="Wingdings" panose="05000000000000000000" pitchFamily="2" charset="2"/>
              </a:rPr>
              <a:t></a:t>
            </a:r>
            <a:r>
              <a:rPr lang="en-GB" sz="1400" b="1" dirty="0"/>
              <a:t> R</a:t>
            </a:r>
            <a:r>
              <a:rPr lang="en-NL" sz="1400" b="1" dirty="0"/>
              <a:t>ed</a:t>
            </a:r>
            <a:r>
              <a:rPr lang="en-NL" sz="1400" dirty="0"/>
              <a:t> = </a:t>
            </a:r>
            <a:r>
              <a:rPr lang="en-GB" sz="1400" dirty="0"/>
              <a:t>  </a:t>
            </a:r>
            <a:r>
              <a:rPr lang="en-NL" sz="1400" b="1" dirty="0"/>
              <a:t>reverse (–)</a:t>
            </a:r>
            <a:r>
              <a:rPr lang="en-NL" sz="1400" dirty="0"/>
              <a:t> strand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03350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67E5-C9DF-F3AD-DF74-CEC81E9C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684EF0-9B7B-F0AE-A878-D2CFAD35DA35}"/>
              </a:ext>
            </a:extLst>
          </p:cNvPr>
          <p:cNvSpPr txBox="1"/>
          <p:nvPr/>
        </p:nvSpPr>
        <p:spPr>
          <a:xfrm>
            <a:off x="-190500" y="3338512"/>
            <a:ext cx="396554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NL" sz="700" b="1" dirty="0">
                <a:solidFill>
                  <a:schemeClr val="bg1"/>
                </a:solidFill>
              </a:rPr>
              <a:t>https://images.marinespecies.org/thumbs/48541_cymodocea-nodosa.jpg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66592-AE69-FA13-7623-E3187CDC0E20}"/>
              </a:ext>
            </a:extLst>
          </p:cNvPr>
          <p:cNvSpPr txBox="1"/>
          <p:nvPr/>
        </p:nvSpPr>
        <p:spPr>
          <a:xfrm>
            <a:off x="279226" y="914401"/>
            <a:ext cx="124096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Why we care:</a:t>
            </a:r>
            <a:endParaRPr lang="en-NL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43BF3-884F-C84C-A115-3540CE69A0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55" y="1517767"/>
            <a:ext cx="6174062" cy="520791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40611D1-7644-90C5-B964-19002E8E9D22}"/>
              </a:ext>
            </a:extLst>
          </p:cNvPr>
          <p:cNvSpPr txBox="1"/>
          <p:nvPr/>
        </p:nvSpPr>
        <p:spPr>
          <a:xfrm>
            <a:off x="555350" y="1443662"/>
            <a:ext cx="3528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 err="1"/>
              <a:t>Unstranded</a:t>
            </a:r>
            <a:r>
              <a:rPr lang="en-GB" sz="1600" b="1" dirty="0"/>
              <a:t> sequencing protocol</a:t>
            </a:r>
            <a:endParaRPr lang="en-NL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ADFD29-3D2C-66EC-1E93-906BA5EB6F6B}"/>
              </a:ext>
            </a:extLst>
          </p:cNvPr>
          <p:cNvSpPr txBox="1"/>
          <p:nvPr/>
        </p:nvSpPr>
        <p:spPr>
          <a:xfrm>
            <a:off x="555350" y="4159301"/>
            <a:ext cx="3528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Stranded sequencing protocol</a:t>
            </a:r>
            <a:endParaRPr lang="en-NL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5DCFC4-558A-7BB3-379B-BA341AF05922}"/>
              </a:ext>
            </a:extLst>
          </p:cNvPr>
          <p:cNvSpPr txBox="1"/>
          <p:nvPr/>
        </p:nvSpPr>
        <p:spPr>
          <a:xfrm>
            <a:off x="8305800" y="6599705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NL" sz="1200" dirty="0"/>
              <a:t>Griffith </a:t>
            </a:r>
            <a:r>
              <a:rPr lang="en-GB" sz="1200" dirty="0"/>
              <a:t>et al., 2015; </a:t>
            </a:r>
            <a:r>
              <a:rPr lang="fr-FR" sz="1200" dirty="0"/>
              <a:t>doi:10.1371/journal.pcbi.1004393</a:t>
            </a:r>
            <a:endParaRPr lang="en-NL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089872-91F0-A25C-37C5-9A365735DC47}"/>
              </a:ext>
            </a:extLst>
          </p:cNvPr>
          <p:cNvSpPr txBox="1"/>
          <p:nvPr/>
        </p:nvSpPr>
        <p:spPr>
          <a:xfrm>
            <a:off x="6591217" y="5682468"/>
            <a:ext cx="64383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Green (+) gene:</a:t>
            </a:r>
          </a:p>
          <a:p>
            <a:r>
              <a:rPr lang="en-NL" sz="1400" dirty="0"/>
              <a:t>All read pairs appear to come from +, the gene's own strand</a:t>
            </a:r>
            <a:endParaRPr lang="en-GB" sz="1400" dirty="0"/>
          </a:p>
          <a:p>
            <a:r>
              <a:rPr lang="en-GB" sz="1400" dirty="0">
                <a:sym typeface="Wingdings" panose="05000000000000000000" pitchFamily="2" charset="2"/>
              </a:rPr>
              <a:t> The reads tell us the strand of the transcript</a:t>
            </a:r>
            <a:endParaRPr lang="en-NL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5AB234-16CE-9483-9F0E-4924C7CF1479}"/>
              </a:ext>
            </a:extLst>
          </p:cNvPr>
          <p:cNvSpPr txBox="1"/>
          <p:nvPr/>
        </p:nvSpPr>
        <p:spPr>
          <a:xfrm>
            <a:off x="6591217" y="1724041"/>
            <a:ext cx="56007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400" b="1" dirty="0"/>
              <a:t>Colours</a:t>
            </a:r>
            <a:r>
              <a:rPr lang="en-GB" sz="1400" b="1" dirty="0"/>
              <a:t> =	 genome strand (+/-) a pair appears to come from</a:t>
            </a:r>
          </a:p>
          <a:p>
            <a:pPr lvl="2"/>
            <a:r>
              <a:rPr lang="en-NL" sz="1400" dirty="0"/>
              <a:t>not cDNA strand as on the previous slide</a:t>
            </a:r>
            <a:br>
              <a:rPr lang="en-NL" sz="1400" dirty="0"/>
            </a:br>
            <a:endParaRPr lang="en-GB" sz="1400" dirty="0"/>
          </a:p>
          <a:p>
            <a:pPr lvl="2"/>
            <a:r>
              <a:rPr lang="en-GB" sz="1400" dirty="0">
                <a:sym typeface="Wingdings" panose="05000000000000000000" pitchFamily="2" charset="2"/>
              </a:rPr>
              <a:t></a:t>
            </a:r>
            <a:r>
              <a:rPr lang="en-GB" sz="1400" dirty="0"/>
              <a:t> </a:t>
            </a:r>
            <a:r>
              <a:rPr lang="en-NL" sz="1400" b="1" dirty="0"/>
              <a:t>Blue</a:t>
            </a:r>
            <a:r>
              <a:rPr lang="en-NL" sz="1400" dirty="0"/>
              <a:t> = </a:t>
            </a:r>
            <a:r>
              <a:rPr lang="en-NL" sz="1400" b="1" dirty="0"/>
              <a:t>forward (+)</a:t>
            </a:r>
            <a:r>
              <a:rPr lang="en-NL" sz="1400" dirty="0"/>
              <a:t> strand </a:t>
            </a:r>
            <a:endParaRPr lang="en-GB" sz="1400" dirty="0"/>
          </a:p>
          <a:p>
            <a:pPr lvl="2"/>
            <a:r>
              <a:rPr lang="en-GB" sz="1400" b="1" dirty="0">
                <a:sym typeface="Wingdings" panose="05000000000000000000" pitchFamily="2" charset="2"/>
              </a:rPr>
              <a:t></a:t>
            </a:r>
            <a:r>
              <a:rPr lang="en-GB" sz="1400" b="1" dirty="0"/>
              <a:t> R</a:t>
            </a:r>
            <a:r>
              <a:rPr lang="en-NL" sz="1400" b="1" dirty="0"/>
              <a:t>ed</a:t>
            </a:r>
            <a:r>
              <a:rPr lang="en-NL" sz="1400" dirty="0"/>
              <a:t> = </a:t>
            </a:r>
            <a:r>
              <a:rPr lang="en-GB" sz="1400" dirty="0"/>
              <a:t>  </a:t>
            </a:r>
            <a:r>
              <a:rPr lang="en-NL" sz="1400" b="1" dirty="0"/>
              <a:t>reverse (–)</a:t>
            </a:r>
            <a:r>
              <a:rPr lang="en-NL" sz="1400" dirty="0"/>
              <a:t> strand</a:t>
            </a:r>
            <a:endParaRPr lang="en-GB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C1E42E-EA78-5931-926B-7B6E69A15961}"/>
              </a:ext>
            </a:extLst>
          </p:cNvPr>
          <p:cNvSpPr txBox="1"/>
          <p:nvPr/>
        </p:nvSpPr>
        <p:spPr>
          <a:xfrm>
            <a:off x="6591217" y="3287609"/>
            <a:ext cx="5724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Green (+) gene:</a:t>
            </a:r>
          </a:p>
          <a:p>
            <a:r>
              <a:rPr lang="en-NL" sz="1400" dirty="0"/>
              <a:t>~50% of read pairs appear to come from +, ~50% from –</a:t>
            </a:r>
            <a:endParaRPr lang="en-GB" sz="1400" dirty="0"/>
          </a:p>
          <a:p>
            <a:r>
              <a:rPr lang="en-GB" sz="1400" dirty="0">
                <a:sym typeface="Wingdings" panose="05000000000000000000" pitchFamily="2" charset="2"/>
              </a:rPr>
              <a:t> This tells us nothing about the gene’s strand</a:t>
            </a:r>
            <a:endParaRPr lang="en-NL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F805DA-D78E-1AE5-18B5-F1B55223517A}"/>
              </a:ext>
            </a:extLst>
          </p:cNvPr>
          <p:cNvSpPr txBox="1"/>
          <p:nvPr/>
        </p:nvSpPr>
        <p:spPr>
          <a:xfrm>
            <a:off x="6591216" y="4497855"/>
            <a:ext cx="56007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400" dirty="0"/>
              <a:t>In a stranded library, R1 always has the same orientation </a:t>
            </a:r>
            <a:r>
              <a:rPr lang="en-NL" sz="1400" b="1" dirty="0"/>
              <a:t>relative to the transcript</a:t>
            </a:r>
            <a:r>
              <a:rPr lang="en-NL" sz="1400" dirty="0"/>
              <a:t> </a:t>
            </a:r>
            <a:r>
              <a:rPr lang="en-GB" sz="1400" dirty="0"/>
              <a:t>. </a:t>
            </a:r>
            <a:r>
              <a:rPr lang="en-NL" sz="1400" dirty="0"/>
              <a:t>Combined with where the pair maps, this tells us the transcript's strand </a:t>
            </a:r>
            <a:r>
              <a:rPr lang="en-NL" sz="1400" b="1" dirty="0"/>
              <a:t>relative to the genome</a:t>
            </a:r>
            <a:r>
              <a:rPr lang="en-NL" sz="1400" dirty="0"/>
              <a:t>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F828ADD-5514-B775-EC21-D853277FB29A}"/>
              </a:ext>
            </a:extLst>
          </p:cNvPr>
          <p:cNvCxnSpPr>
            <a:cxnSpLocks/>
          </p:cNvCxnSpPr>
          <p:nvPr/>
        </p:nvCxnSpPr>
        <p:spPr>
          <a:xfrm>
            <a:off x="8533079" y="5236519"/>
            <a:ext cx="0" cy="533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072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BD9C4-8E95-1422-B024-CFAA7D00B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77A62C-FDF0-5F3A-5E02-262C1F74BEDA}"/>
              </a:ext>
            </a:extLst>
          </p:cNvPr>
          <p:cNvSpPr txBox="1"/>
          <p:nvPr/>
        </p:nvSpPr>
        <p:spPr>
          <a:xfrm>
            <a:off x="-190500" y="3338512"/>
            <a:ext cx="396554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NL" sz="700" b="1" dirty="0">
                <a:solidFill>
                  <a:schemeClr val="bg1"/>
                </a:solidFill>
              </a:rPr>
              <a:t>https://images.marinespecies.org/thumbs/48541_cymodocea-nodosa.jpg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4FB0B-6D8B-C599-FF1F-DBEDB8AC9C11}"/>
              </a:ext>
            </a:extLst>
          </p:cNvPr>
          <p:cNvSpPr txBox="1"/>
          <p:nvPr/>
        </p:nvSpPr>
        <p:spPr>
          <a:xfrm>
            <a:off x="279226" y="914401"/>
            <a:ext cx="124096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Why we care:</a:t>
            </a:r>
            <a:endParaRPr lang="en-NL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0FAA4-A6AF-3622-7A93-767EA86B8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55" y="1517767"/>
            <a:ext cx="6174062" cy="520791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3075D4-713B-BEDF-395B-F336B237E0CB}"/>
              </a:ext>
            </a:extLst>
          </p:cNvPr>
          <p:cNvCxnSpPr>
            <a:cxnSpLocks/>
          </p:cNvCxnSpPr>
          <p:nvPr/>
        </p:nvCxnSpPr>
        <p:spPr>
          <a:xfrm flipH="1" flipV="1">
            <a:off x="5665076" y="4159301"/>
            <a:ext cx="926141" cy="276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55D351-81C2-699B-E54C-79BC1FA2D78E}"/>
              </a:ext>
            </a:extLst>
          </p:cNvPr>
          <p:cNvCxnSpPr>
            <a:cxnSpLocks/>
          </p:cNvCxnSpPr>
          <p:nvPr/>
        </p:nvCxnSpPr>
        <p:spPr>
          <a:xfrm flipH="1">
            <a:off x="5749159" y="4761186"/>
            <a:ext cx="734887" cy="493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EEF017C-8B9C-F9B8-0601-F85CA7D5E4DB}"/>
              </a:ext>
            </a:extLst>
          </p:cNvPr>
          <p:cNvSpPr txBox="1"/>
          <p:nvPr/>
        </p:nvSpPr>
        <p:spPr>
          <a:xfrm>
            <a:off x="6671900" y="4346185"/>
            <a:ext cx="643837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Yellow (+) and brown (-) overlap:</a:t>
            </a:r>
          </a:p>
          <a:p>
            <a:endParaRPr lang="en-GB" sz="1400" dirty="0"/>
          </a:p>
          <a:p>
            <a:r>
              <a:rPr lang="en-GB" sz="1400" dirty="0"/>
              <a:t>A: We can’t tell whether a read belongs to yellow or brown</a:t>
            </a:r>
          </a:p>
          <a:p>
            <a:r>
              <a:rPr lang="en-GB" sz="1400" dirty="0"/>
              <a:t>B:  Only blue reads go to yellow</a:t>
            </a:r>
          </a:p>
          <a:p>
            <a:r>
              <a:rPr lang="en-GB" sz="1400" dirty="0"/>
              <a:t>      Only red reads go to brown</a:t>
            </a:r>
          </a:p>
          <a:p>
            <a:endParaRPr lang="en-NL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FD87E7-8E1E-D7A3-AC17-73A393158B61}"/>
              </a:ext>
            </a:extLst>
          </p:cNvPr>
          <p:cNvSpPr txBox="1"/>
          <p:nvPr/>
        </p:nvSpPr>
        <p:spPr>
          <a:xfrm>
            <a:off x="555350" y="1443662"/>
            <a:ext cx="3528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 err="1"/>
              <a:t>Unstranded</a:t>
            </a:r>
            <a:r>
              <a:rPr lang="en-GB" sz="1600" b="1" dirty="0"/>
              <a:t> sequencing protocol</a:t>
            </a:r>
            <a:endParaRPr lang="en-NL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2490D6-6476-6424-0B42-FB988968AA63}"/>
              </a:ext>
            </a:extLst>
          </p:cNvPr>
          <p:cNvSpPr txBox="1"/>
          <p:nvPr/>
        </p:nvSpPr>
        <p:spPr>
          <a:xfrm>
            <a:off x="555350" y="4159301"/>
            <a:ext cx="3528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Stranded sequencing protocol</a:t>
            </a:r>
            <a:endParaRPr lang="en-NL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6D4887-5408-E4DE-04D7-5C3B6B8A2982}"/>
              </a:ext>
            </a:extLst>
          </p:cNvPr>
          <p:cNvSpPr txBox="1"/>
          <p:nvPr/>
        </p:nvSpPr>
        <p:spPr>
          <a:xfrm>
            <a:off x="8305800" y="6599705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NL" sz="1200" dirty="0"/>
              <a:t>Griffith </a:t>
            </a:r>
            <a:r>
              <a:rPr lang="en-GB" sz="1200" dirty="0"/>
              <a:t>et al., 2015; </a:t>
            </a:r>
            <a:r>
              <a:rPr lang="fr-FR" sz="1200" dirty="0"/>
              <a:t>doi:10.1371/journal.pcbi.1004393</a:t>
            </a:r>
            <a:endParaRPr lang="en-NL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569B5B-6541-2F9D-C941-BC93A5423051}"/>
              </a:ext>
            </a:extLst>
          </p:cNvPr>
          <p:cNvSpPr txBox="1"/>
          <p:nvPr/>
        </p:nvSpPr>
        <p:spPr>
          <a:xfrm>
            <a:off x="6591217" y="1724041"/>
            <a:ext cx="56007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400" b="1" dirty="0"/>
              <a:t>Colours</a:t>
            </a:r>
            <a:r>
              <a:rPr lang="en-GB" sz="1400" b="1" dirty="0"/>
              <a:t> =	 genome strand (+/-) a pair appears to come from</a:t>
            </a:r>
          </a:p>
          <a:p>
            <a:pPr lvl="2"/>
            <a:r>
              <a:rPr lang="en-NL" sz="1400" dirty="0"/>
              <a:t>not cDNA strand as on the previous slide</a:t>
            </a:r>
            <a:br>
              <a:rPr lang="en-NL" sz="1400" dirty="0"/>
            </a:br>
            <a:endParaRPr lang="en-GB" sz="1400" dirty="0"/>
          </a:p>
          <a:p>
            <a:pPr lvl="2"/>
            <a:r>
              <a:rPr lang="en-GB" sz="1400" dirty="0">
                <a:sym typeface="Wingdings" panose="05000000000000000000" pitchFamily="2" charset="2"/>
              </a:rPr>
              <a:t></a:t>
            </a:r>
            <a:r>
              <a:rPr lang="en-GB" sz="1400" dirty="0"/>
              <a:t> </a:t>
            </a:r>
            <a:r>
              <a:rPr lang="en-NL" sz="1400" b="1" dirty="0"/>
              <a:t>Blue</a:t>
            </a:r>
            <a:r>
              <a:rPr lang="en-NL" sz="1400" dirty="0"/>
              <a:t> = </a:t>
            </a:r>
            <a:r>
              <a:rPr lang="en-NL" sz="1400" b="1" dirty="0"/>
              <a:t>forward (+)</a:t>
            </a:r>
            <a:r>
              <a:rPr lang="en-NL" sz="1400" dirty="0"/>
              <a:t> strand </a:t>
            </a:r>
            <a:endParaRPr lang="en-GB" sz="1400" dirty="0"/>
          </a:p>
          <a:p>
            <a:pPr lvl="2"/>
            <a:r>
              <a:rPr lang="en-GB" sz="1400" b="1" dirty="0">
                <a:sym typeface="Wingdings" panose="05000000000000000000" pitchFamily="2" charset="2"/>
              </a:rPr>
              <a:t></a:t>
            </a:r>
            <a:r>
              <a:rPr lang="en-GB" sz="1400" b="1" dirty="0"/>
              <a:t> R</a:t>
            </a:r>
            <a:r>
              <a:rPr lang="en-NL" sz="1400" b="1" dirty="0"/>
              <a:t>ed</a:t>
            </a:r>
            <a:r>
              <a:rPr lang="en-NL" sz="1400" dirty="0"/>
              <a:t> = </a:t>
            </a:r>
            <a:r>
              <a:rPr lang="en-GB" sz="1400" dirty="0"/>
              <a:t>  </a:t>
            </a:r>
            <a:r>
              <a:rPr lang="en-NL" sz="1400" b="1" dirty="0"/>
              <a:t>reverse (–)</a:t>
            </a:r>
            <a:r>
              <a:rPr lang="en-NL" sz="1400" dirty="0"/>
              <a:t> strand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96827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710</Words>
  <Application>Microsoft Office PowerPoint</Application>
  <PresentationFormat>Widescreen</PresentationFormat>
  <Paragraphs>97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Nina Dombrowski</dc:creator>
  <cp:lastModifiedBy>Nina Dombrowski</cp:lastModifiedBy>
  <cp:revision>1</cp:revision>
  <dcterms:created xsi:type="dcterms:W3CDTF">2025-07-14T08:59:11Z</dcterms:created>
  <dcterms:modified xsi:type="dcterms:W3CDTF">2026-09-24T08:58:02Z</dcterms:modified>
</cp:coreProperties>
</file>