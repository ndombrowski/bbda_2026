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E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6B29CB-C2E0-4B03-925C-C347D9C2C9E9}" v="4" dt="2025-07-14T12:17:33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0" autoAdjust="0"/>
    <p:restoredTop sz="94660"/>
  </p:normalViewPr>
  <p:slideViewPr>
    <p:cSldViewPr snapToGrid="0">
      <p:cViewPr varScale="1">
        <p:scale>
          <a:sx n="91" d="100"/>
          <a:sy n="91" d="100"/>
        </p:scale>
        <p:origin x="312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na Dombrowski" userId="1f2bfacd-2a29-43dd-9bcd-fba75591e3fa" providerId="ADAL" clId="{606B29CB-C2E0-4B03-925C-C347D9C2C9E9}"/>
    <pc:docChg chg="undo custSel modSld">
      <pc:chgData name="Nina Dombrowski" userId="1f2bfacd-2a29-43dd-9bcd-fba75591e3fa" providerId="ADAL" clId="{606B29CB-C2E0-4B03-925C-C347D9C2C9E9}" dt="2025-07-14T12:17:33.401" v="31" actId="164"/>
      <pc:docMkLst>
        <pc:docMk/>
      </pc:docMkLst>
      <pc:sldChg chg="addSp delSp modSp mod">
        <pc:chgData name="Nina Dombrowski" userId="1f2bfacd-2a29-43dd-9bcd-fba75591e3fa" providerId="ADAL" clId="{606B29CB-C2E0-4B03-925C-C347D9C2C9E9}" dt="2025-07-14T12:17:33.401" v="31" actId="164"/>
        <pc:sldMkLst>
          <pc:docMk/>
          <pc:sldMk cId="3960934056" sldId="256"/>
        </pc:sldMkLst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4" creationId="{D045D440-78C1-4C0D-5F4F-BC42E79077A2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7" creationId="{2B05F203-F766-9E72-9F9B-EFF0720AE500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9" creationId="{DE512159-F005-980F-D3D3-BA6844052EB0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10" creationId="{FF7DD1AD-9BCE-34E9-C91F-FE633D814B01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13" creationId="{7962918C-0814-56FD-CC01-874B6DB80D87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14" creationId="{F320FF99-C067-1BCA-AEEF-A33AF3D09B70}"/>
          </ac:spMkLst>
        </pc:spChg>
        <pc:spChg chg="mod">
          <ac:chgData name="Nina Dombrowski" userId="1f2bfacd-2a29-43dd-9bcd-fba75591e3fa" providerId="ADAL" clId="{606B29CB-C2E0-4B03-925C-C347D9C2C9E9}" dt="2025-07-14T08:59:36.453" v="1" actId="12789"/>
          <ac:spMkLst>
            <pc:docMk/>
            <pc:sldMk cId="3960934056" sldId="256"/>
            <ac:spMk id="15" creationId="{5764C468-27E7-D485-4D03-16652C75A0B3}"/>
          </ac:spMkLst>
        </pc:spChg>
        <pc:spChg chg="mod">
          <ac:chgData name="Nina Dombrowski" userId="1f2bfacd-2a29-43dd-9bcd-fba75591e3fa" providerId="ADAL" clId="{606B29CB-C2E0-4B03-925C-C347D9C2C9E9}" dt="2025-07-14T12:17:06.369" v="27" actId="1036"/>
          <ac:spMkLst>
            <pc:docMk/>
            <pc:sldMk cId="3960934056" sldId="256"/>
            <ac:spMk id="24" creationId="{45744D7A-E8EE-87E0-318A-DFFB235FD6A9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25" creationId="{AA59D390-7F94-414D-F6D1-89D81157857F}"/>
          </ac:spMkLst>
        </pc:spChg>
        <pc:spChg chg="mod">
          <ac:chgData name="Nina Dombrowski" userId="1f2bfacd-2a29-43dd-9bcd-fba75591e3fa" providerId="ADAL" clId="{606B29CB-C2E0-4B03-925C-C347D9C2C9E9}" dt="2025-07-14T12:17:06.369" v="27" actId="1036"/>
          <ac:spMkLst>
            <pc:docMk/>
            <pc:sldMk cId="3960934056" sldId="256"/>
            <ac:spMk id="26" creationId="{113F94F8-A742-EE51-5D29-2384B5A6B5D0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27" creationId="{D5BBD72A-355B-A80A-FF79-5B3268DC475D}"/>
          </ac:spMkLst>
        </pc:spChg>
        <pc:spChg chg="mod">
          <ac:chgData name="Nina Dombrowski" userId="1f2bfacd-2a29-43dd-9bcd-fba75591e3fa" providerId="ADAL" clId="{606B29CB-C2E0-4B03-925C-C347D9C2C9E9}" dt="2025-07-14T12:17:22.357" v="30" actId="20577"/>
          <ac:spMkLst>
            <pc:docMk/>
            <pc:sldMk cId="3960934056" sldId="256"/>
            <ac:spMk id="28" creationId="{7512CD16-20EC-993D-789F-7640DA2090AC}"/>
          </ac:spMkLst>
        </pc:spChg>
        <pc:spChg chg="mod">
          <ac:chgData name="Nina Dombrowski" userId="1f2bfacd-2a29-43dd-9bcd-fba75591e3fa" providerId="ADAL" clId="{606B29CB-C2E0-4B03-925C-C347D9C2C9E9}" dt="2025-07-14T12:17:06.369" v="27" actId="1036"/>
          <ac:spMkLst>
            <pc:docMk/>
            <pc:sldMk cId="3960934056" sldId="256"/>
            <ac:spMk id="33" creationId="{A9DB57F1-8B77-5912-DBFA-0D5D4A6EF311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34" creationId="{B4B141A0-9085-509F-CE00-84A82C0A039D}"/>
          </ac:spMkLst>
        </pc:spChg>
        <pc:spChg chg="mod">
          <ac:chgData name="Nina Dombrowski" userId="1f2bfacd-2a29-43dd-9bcd-fba75591e3fa" providerId="ADAL" clId="{606B29CB-C2E0-4B03-925C-C347D9C2C9E9}" dt="2025-07-14T12:17:06.369" v="27" actId="1036"/>
          <ac:spMkLst>
            <pc:docMk/>
            <pc:sldMk cId="3960934056" sldId="256"/>
            <ac:spMk id="35" creationId="{15517C3D-262D-90E2-5F6E-2572E6627978}"/>
          </ac:spMkLst>
        </pc:spChg>
        <pc:spChg chg="mod">
          <ac:chgData name="Nina Dombrowski" userId="1f2bfacd-2a29-43dd-9bcd-fba75591e3fa" providerId="ADAL" clId="{606B29CB-C2E0-4B03-925C-C347D9C2C9E9}" dt="2025-07-14T09:00:27.546" v="3" actId="164"/>
          <ac:spMkLst>
            <pc:docMk/>
            <pc:sldMk cId="3960934056" sldId="256"/>
            <ac:spMk id="37" creationId="{C27156E4-B107-F007-E63C-C2635206825E}"/>
          </ac:spMkLst>
        </pc:spChg>
        <pc:spChg chg="mod topLvl">
          <ac:chgData name="Nina Dombrowski" userId="1f2bfacd-2a29-43dd-9bcd-fba75591e3fa" providerId="ADAL" clId="{606B29CB-C2E0-4B03-925C-C347D9C2C9E9}" dt="2025-07-14T12:17:33.401" v="31" actId="164"/>
          <ac:spMkLst>
            <pc:docMk/>
            <pc:sldMk cId="3960934056" sldId="256"/>
            <ac:spMk id="38" creationId="{D66C399C-22A7-7A82-F481-CD39EFCB40C5}"/>
          </ac:spMkLst>
        </pc:spChg>
        <pc:spChg chg="mod">
          <ac:chgData name="Nina Dombrowski" userId="1f2bfacd-2a29-43dd-9bcd-fba75591e3fa" providerId="ADAL" clId="{606B29CB-C2E0-4B03-925C-C347D9C2C9E9}" dt="2025-07-14T12:17:06.369" v="27" actId="1036"/>
          <ac:spMkLst>
            <pc:docMk/>
            <pc:sldMk cId="3960934056" sldId="256"/>
            <ac:spMk id="41" creationId="{5C8D5E14-678E-D298-4FD2-A0A73AFB4DA5}"/>
          </ac:spMkLst>
        </pc:spChg>
        <pc:spChg chg="mod">
          <ac:chgData name="Nina Dombrowski" userId="1f2bfacd-2a29-43dd-9bcd-fba75591e3fa" providerId="ADAL" clId="{606B29CB-C2E0-4B03-925C-C347D9C2C9E9}" dt="2025-07-14T12:17:06.369" v="27" actId="1036"/>
          <ac:spMkLst>
            <pc:docMk/>
            <pc:sldMk cId="3960934056" sldId="256"/>
            <ac:spMk id="42" creationId="{982B4967-A453-7413-C50F-070AA579BB4D}"/>
          </ac:spMkLst>
        </pc:spChg>
        <pc:cxnChg chg="add mod">
          <ac:chgData name="Nina Dombrowski" userId="1f2bfacd-2a29-43dd-9bcd-fba75591e3fa" providerId="ADAL" clId="{606B29CB-C2E0-4B03-925C-C347D9C2C9E9}" dt="2025-07-14T12:17:16.173" v="29" actId="1076"/>
          <ac:cxnSpMkLst>
            <pc:docMk/>
            <pc:sldMk cId="3960934056" sldId="256"/>
            <ac:cxnSpMk id="2" creationId="{852DE008-57A1-CD6D-38DB-6FBDECBD00E4}"/>
          </ac:cxnSpMkLst>
        </pc:cxnChg>
        <pc:cxnChg chg="mod">
          <ac:chgData name="Nina Dombrowski" userId="1f2bfacd-2a29-43dd-9bcd-fba75591e3fa" providerId="ADAL" clId="{606B29CB-C2E0-4B03-925C-C347D9C2C9E9}" dt="2025-07-14T08:59:36.453" v="1" actId="12789"/>
          <ac:cxnSpMkLst>
            <pc:docMk/>
            <pc:sldMk cId="3960934056" sldId="256"/>
            <ac:cxnSpMk id="17" creationId="{DDF0E57E-BB09-0054-E60F-95AD78D5BE1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A2FE5-0217-ABE9-7236-24D1870ED8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5A7AAC-B9E8-7DE7-6FA8-C998F713F0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CA5B3E-E64B-4278-B31A-ED62155C9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18454-4BB5-87A6-714D-1587EC4F0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62DA36-B34C-B726-1DE8-411A94735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68254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04468-7C7B-E3E2-BD89-A748A3E75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0050-6E62-C379-E2FD-A7D40C1D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5CF575-0DDF-64EA-C1E5-E8C2C645F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7A286-14F5-BD0A-C323-B4402138B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358A2-5FF8-31AF-9307-99422C23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242299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065CE-0843-DD54-E4EC-4276F751B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33FBFF-72B7-B69B-A180-6C86EC657E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609CF2-3099-EC85-0A54-FE7A6EDBB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38755F-0D75-5546-42F5-DBC0E2373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DC9197-02F0-F870-DF97-E551EB1A4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33441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02307-3421-4B60-447C-60F96F1D8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3F1E1-D724-D05D-C45E-7AB8A0B760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53FC4A-EED7-1760-834A-3DBCF3634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80B0F7-DF6C-9D99-F1DF-A40959C48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F125E4-65A7-ACF0-FA6F-87EDE79F0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7E13-8F05-C597-4D37-0425F0C2B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67157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53E0A-C961-D414-5825-CFC231D92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A8B69-C71D-D70A-C1A0-52F401C817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19119-4E14-79FB-A5E4-990119FD3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75AA6F-90CA-E224-08E5-BA3E58B10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9131B1-50F7-10C1-1694-801CFB6A4C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9B51F0C-273D-5A47-884A-51A12CE0E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1C565B-85C2-D789-BE7F-82939D2F4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FC230C-2EDA-0179-580A-0FC9FD215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457254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D97BD-EA64-B0F5-FEB0-334767894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8F747-B133-96C9-DB27-3A1CEDE72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ABEADA-1F29-8433-E7EA-5C42B76AB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B0C917-310F-86A3-443D-B15329575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91893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9A3634-B564-E17C-33D1-07D8AE83C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583030-CF2F-74B3-A8EA-E77471E1E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3317A-D67A-F91E-352E-D67BB9878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016969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8880-8153-F87D-13A1-70E1F7104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D45EE-298F-89A6-0A50-D098B044A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F8CC7F-E410-1032-FC9A-80C8816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60D2-88EC-95D9-50E5-18080D320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E94862-0574-BD0F-6D17-DE07CB413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D0B836-2CBA-A8A9-0F4C-B224AEE1E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86331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3FA77-B547-2C51-EE7B-254A5F61A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5B7161-2D23-18DC-BF9D-43F2C9906C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0B945-DAC3-ACEB-9999-B2021B8050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E524D1-100A-C8D2-AE3E-9BEEA1255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8EEC6-76E8-1347-A787-04060F85F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F0D91B-D345-C00D-E153-CBB756349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54185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3B536-7BCE-B967-B241-D2C45BCC0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4C484C-AD11-EE5C-ABDA-4A0D9094E8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4358C-7E3D-A081-0DE7-F24BA29B8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C3B02-345A-78B7-ED30-C5DB988F5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37957-FA34-E47E-16B6-C45A9D998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263578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DD6C01-F603-E85A-380E-8E039314E4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D0683C-DD29-5301-9BB1-764C8BFBFE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D6A2F5-A4C8-3B03-39DB-9AD2F5923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62C6C-8100-167D-D16C-43C8D7B44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2E2C3-A1F5-A4C0-A639-E8F3614C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00974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0EBB02-E356-165A-376A-5B14BBCC4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9F8BF-9832-BEF3-A392-24C8139E6B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513F47-0FF0-746F-C2BB-1AA4F56A3A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96F88E-6CC7-4AC3-883C-593357450330}" type="datetimeFigureOut">
              <a:rPr lang="en-NL" smtClean="0"/>
              <a:t>14/07/2025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D83C23-6367-221F-4E7D-D95A2E86E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C24AF-5BFB-4EF3-6EC5-C53DE48C3A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B1899-9D81-41A9-97EC-4DFB87724B2D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4977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30C76F0-99ED-EE56-4D25-A9817F8CF7C1}"/>
              </a:ext>
            </a:extLst>
          </p:cNvPr>
          <p:cNvGrpSpPr/>
          <p:nvPr/>
        </p:nvGrpSpPr>
        <p:grpSpPr>
          <a:xfrm>
            <a:off x="446680" y="886653"/>
            <a:ext cx="7656787" cy="4234029"/>
            <a:chOff x="446680" y="886653"/>
            <a:chExt cx="7656787" cy="4234029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D045D440-78C1-4C0D-5F4F-BC42E79077A2}"/>
                </a:ext>
              </a:extLst>
            </p:cNvPr>
            <p:cNvSpPr/>
            <p:nvPr/>
          </p:nvSpPr>
          <p:spPr>
            <a:xfrm>
              <a:off x="756736" y="1429407"/>
              <a:ext cx="4088524" cy="173421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F5C4C31-F284-19DA-ED6C-74F7A68D1C2B}"/>
                </a:ext>
              </a:extLst>
            </p:cNvPr>
            <p:cNvCxnSpPr/>
            <p:nvPr/>
          </p:nvCxnSpPr>
          <p:spPr>
            <a:xfrm>
              <a:off x="614846" y="1229710"/>
              <a:ext cx="437755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B05F203-F766-9E72-9F9B-EFF0720AE500}"/>
                </a:ext>
              </a:extLst>
            </p:cNvPr>
            <p:cNvSpPr txBox="1"/>
            <p:nvPr/>
          </p:nvSpPr>
          <p:spPr>
            <a:xfrm>
              <a:off x="4924088" y="886653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3’</a:t>
              </a:r>
              <a:endParaRPr lang="en-NL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A1917C-FF36-898A-402E-85CB4E7CC561}"/>
                </a:ext>
              </a:extLst>
            </p:cNvPr>
            <p:cNvSpPr txBox="1"/>
            <p:nvPr/>
          </p:nvSpPr>
          <p:spPr>
            <a:xfrm>
              <a:off x="446680" y="886653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5’</a:t>
              </a:r>
              <a:endParaRPr lang="en-NL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E512159-F005-980F-D3D3-BA6844052EB0}"/>
                </a:ext>
              </a:extLst>
            </p:cNvPr>
            <p:cNvSpPr txBox="1"/>
            <p:nvPr/>
          </p:nvSpPr>
          <p:spPr>
            <a:xfrm>
              <a:off x="5323481" y="1331451"/>
              <a:ext cx="17236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Transcript</a:t>
              </a:r>
              <a:endParaRPr lang="en-NL" dirty="0"/>
            </a:p>
          </p:txBody>
        </p:sp>
        <p:sp>
          <p:nvSpPr>
            <p:cNvPr id="10" name="Arrow: Pentagon 9">
              <a:extLst>
                <a:ext uri="{FF2B5EF4-FFF2-40B4-BE49-F238E27FC236}">
                  <a16:creationId xmlns:a16="http://schemas.microsoft.com/office/drawing/2014/main" id="{FF7DD1AD-9BCE-34E9-C91F-FE633D814B01}"/>
                </a:ext>
              </a:extLst>
            </p:cNvPr>
            <p:cNvSpPr/>
            <p:nvPr/>
          </p:nvSpPr>
          <p:spPr>
            <a:xfrm>
              <a:off x="756736" y="2003321"/>
              <a:ext cx="746234" cy="173421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679532BE-FAB5-8268-5E71-4B94DDB32B28}"/>
                </a:ext>
              </a:extLst>
            </p:cNvPr>
            <p:cNvSpPr/>
            <p:nvPr/>
          </p:nvSpPr>
          <p:spPr>
            <a:xfrm rot="10800000">
              <a:off x="4009688" y="2003321"/>
              <a:ext cx="746234" cy="173421"/>
            </a:xfrm>
            <a:prstGeom prst="homePlat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962918C-0814-56FD-CC01-874B6DB80D87}"/>
                </a:ext>
              </a:extLst>
            </p:cNvPr>
            <p:cNvSpPr txBox="1"/>
            <p:nvPr/>
          </p:nvSpPr>
          <p:spPr>
            <a:xfrm>
              <a:off x="672653" y="1709399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R1</a:t>
              </a:r>
              <a:endParaRPr lang="en-NL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320FF99-C067-1BCA-AEEF-A33AF3D09B70}"/>
                </a:ext>
              </a:extLst>
            </p:cNvPr>
            <p:cNvSpPr txBox="1"/>
            <p:nvPr/>
          </p:nvSpPr>
          <p:spPr>
            <a:xfrm>
              <a:off x="4388060" y="1709399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R2</a:t>
              </a:r>
              <a:endParaRPr lang="en-NL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764C468-27E7-D485-4D03-16652C75A0B3}"/>
                </a:ext>
              </a:extLst>
            </p:cNvPr>
            <p:cNvSpPr txBox="1"/>
            <p:nvPr/>
          </p:nvSpPr>
          <p:spPr>
            <a:xfrm>
              <a:off x="5323481" y="1772095"/>
              <a:ext cx="27799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 err="1"/>
                <a:t>fr-secondstrand</a:t>
              </a:r>
              <a:r>
                <a:rPr lang="en-GB" dirty="0"/>
                <a:t>, FR, direct stranded</a:t>
              </a:r>
              <a:endParaRPr lang="en-NL" dirty="0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DF0E57E-BB09-0054-E60F-95AD78D5BE13}"/>
                </a:ext>
              </a:extLst>
            </p:cNvPr>
            <p:cNvCxnSpPr>
              <a:cxnSpLocks/>
              <a:endCxn id="11" idx="3"/>
            </p:cNvCxnSpPr>
            <p:nvPr/>
          </p:nvCxnSpPr>
          <p:spPr>
            <a:xfrm>
              <a:off x="1502970" y="2078731"/>
              <a:ext cx="2506718" cy="113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Arrow: Pentagon 23">
              <a:extLst>
                <a:ext uri="{FF2B5EF4-FFF2-40B4-BE49-F238E27FC236}">
                  <a16:creationId xmlns:a16="http://schemas.microsoft.com/office/drawing/2014/main" id="{45744D7A-E8EE-87E0-318A-DFFB235FD6A9}"/>
                </a:ext>
              </a:extLst>
            </p:cNvPr>
            <p:cNvSpPr/>
            <p:nvPr/>
          </p:nvSpPr>
          <p:spPr>
            <a:xfrm>
              <a:off x="756733" y="3180477"/>
              <a:ext cx="746234" cy="173421"/>
            </a:xfrm>
            <a:prstGeom prst="homePlat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25" name="Arrow: Pentagon 24">
              <a:extLst>
                <a:ext uri="{FF2B5EF4-FFF2-40B4-BE49-F238E27FC236}">
                  <a16:creationId xmlns:a16="http://schemas.microsoft.com/office/drawing/2014/main" id="{AA59D390-7F94-414D-F6D1-89D81157857F}"/>
                </a:ext>
              </a:extLst>
            </p:cNvPr>
            <p:cNvSpPr/>
            <p:nvPr/>
          </p:nvSpPr>
          <p:spPr>
            <a:xfrm rot="10800000">
              <a:off x="4009685" y="3180477"/>
              <a:ext cx="746234" cy="173421"/>
            </a:xfrm>
            <a:prstGeom prst="homePlate">
              <a:avLst/>
            </a:prstGeom>
            <a:solidFill>
              <a:srgbClr val="C1E5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13F94F8-A742-EE51-5D29-2384B5A6B5D0}"/>
                </a:ext>
              </a:extLst>
            </p:cNvPr>
            <p:cNvSpPr txBox="1"/>
            <p:nvPr/>
          </p:nvSpPr>
          <p:spPr>
            <a:xfrm>
              <a:off x="672650" y="2886555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R2</a:t>
              </a:r>
              <a:endParaRPr lang="en-NL" dirty="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5BBD72A-355B-A80A-FF79-5B3268DC475D}"/>
                </a:ext>
              </a:extLst>
            </p:cNvPr>
            <p:cNvSpPr txBox="1"/>
            <p:nvPr/>
          </p:nvSpPr>
          <p:spPr>
            <a:xfrm>
              <a:off x="4388057" y="2886555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R1</a:t>
              </a:r>
              <a:endParaRPr lang="en-NL" dirty="0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512CD16-20EC-993D-789F-7640DA2090AC}"/>
                </a:ext>
              </a:extLst>
            </p:cNvPr>
            <p:cNvSpPr txBox="1"/>
            <p:nvPr/>
          </p:nvSpPr>
          <p:spPr>
            <a:xfrm>
              <a:off x="5323478" y="2949251"/>
              <a:ext cx="25172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 err="1"/>
                <a:t>fr-firststrand</a:t>
              </a:r>
              <a:r>
                <a:rPr lang="en-GB" dirty="0"/>
                <a:t>, RF, reverse stranded</a:t>
              </a:r>
              <a:endParaRPr lang="en-NL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1B02B072-0ADE-6B66-9025-C9530F2C6AEC}"/>
                </a:ext>
              </a:extLst>
            </p:cNvPr>
            <p:cNvCxnSpPr>
              <a:cxnSpLocks/>
              <a:endCxn id="25" idx="3"/>
            </p:cNvCxnSpPr>
            <p:nvPr/>
          </p:nvCxnSpPr>
          <p:spPr>
            <a:xfrm>
              <a:off x="1502967" y="3255887"/>
              <a:ext cx="2506718" cy="113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954DE12-E116-E8AC-6EEA-1A9B99DF6993}"/>
                </a:ext>
              </a:extLst>
            </p:cNvPr>
            <p:cNvCxnSpPr>
              <a:cxnSpLocks/>
            </p:cNvCxnSpPr>
            <p:nvPr/>
          </p:nvCxnSpPr>
          <p:spPr>
            <a:xfrm>
              <a:off x="717320" y="3833648"/>
              <a:ext cx="4167355" cy="0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Arrow: Pentagon 31">
              <a:extLst>
                <a:ext uri="{FF2B5EF4-FFF2-40B4-BE49-F238E27FC236}">
                  <a16:creationId xmlns:a16="http://schemas.microsoft.com/office/drawing/2014/main" id="{8A5DBBCE-44ED-0D81-DD63-AF79DD164729}"/>
                </a:ext>
              </a:extLst>
            </p:cNvPr>
            <p:cNvSpPr/>
            <p:nvPr/>
          </p:nvSpPr>
          <p:spPr>
            <a:xfrm>
              <a:off x="840819" y="4258836"/>
              <a:ext cx="746234" cy="173421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33" name="Arrow: Pentagon 32">
              <a:extLst>
                <a:ext uri="{FF2B5EF4-FFF2-40B4-BE49-F238E27FC236}">
                  <a16:creationId xmlns:a16="http://schemas.microsoft.com/office/drawing/2014/main" id="{A9DB57F1-8B77-5912-DBFA-0D5D4A6EF311}"/>
                </a:ext>
              </a:extLst>
            </p:cNvPr>
            <p:cNvSpPr/>
            <p:nvPr/>
          </p:nvSpPr>
          <p:spPr>
            <a:xfrm rot="10800000">
              <a:off x="4093771" y="4258836"/>
              <a:ext cx="746234" cy="173421"/>
            </a:xfrm>
            <a:prstGeom prst="homePlat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4B141A0-9085-509F-CE00-84A82C0A039D}"/>
                </a:ext>
              </a:extLst>
            </p:cNvPr>
            <p:cNvSpPr txBox="1"/>
            <p:nvPr/>
          </p:nvSpPr>
          <p:spPr>
            <a:xfrm>
              <a:off x="756736" y="3964914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R1</a:t>
              </a:r>
              <a:endParaRPr lang="en-NL" dirty="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517C3D-262D-90E2-5F6E-2572E6627978}"/>
                </a:ext>
              </a:extLst>
            </p:cNvPr>
            <p:cNvSpPr txBox="1"/>
            <p:nvPr/>
          </p:nvSpPr>
          <p:spPr>
            <a:xfrm>
              <a:off x="4466888" y="3964914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R2</a:t>
              </a:r>
              <a:endParaRPr lang="en-NL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250E470-762D-C14B-6C99-371D9B18A0AE}"/>
                </a:ext>
              </a:extLst>
            </p:cNvPr>
            <p:cNvCxnSpPr>
              <a:cxnSpLocks/>
              <a:endCxn id="33" idx="3"/>
            </p:cNvCxnSpPr>
            <p:nvPr/>
          </p:nvCxnSpPr>
          <p:spPr>
            <a:xfrm>
              <a:off x="1587053" y="4334246"/>
              <a:ext cx="2506718" cy="113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C27156E4-B107-F007-E63C-C2635206825E}"/>
                </a:ext>
              </a:extLst>
            </p:cNvPr>
            <p:cNvSpPr/>
            <p:nvPr/>
          </p:nvSpPr>
          <p:spPr>
            <a:xfrm>
              <a:off x="840816" y="4947261"/>
              <a:ext cx="746234" cy="173421"/>
            </a:xfrm>
            <a:prstGeom prst="homePlate">
              <a:avLst/>
            </a:prstGeom>
            <a:solidFill>
              <a:schemeClr val="tx2">
                <a:lumMod val="75000"/>
                <a:lumOff val="2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38" name="Arrow: Pentagon 37">
              <a:extLst>
                <a:ext uri="{FF2B5EF4-FFF2-40B4-BE49-F238E27FC236}">
                  <a16:creationId xmlns:a16="http://schemas.microsoft.com/office/drawing/2014/main" id="{D66C399C-22A7-7A82-F481-CD39EFCB40C5}"/>
                </a:ext>
              </a:extLst>
            </p:cNvPr>
            <p:cNvSpPr/>
            <p:nvPr/>
          </p:nvSpPr>
          <p:spPr>
            <a:xfrm rot="10800000">
              <a:off x="4093768" y="4947261"/>
              <a:ext cx="746234" cy="173421"/>
            </a:xfrm>
            <a:prstGeom prst="homePlate">
              <a:avLst/>
            </a:prstGeom>
            <a:solidFill>
              <a:srgbClr val="C1E5F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B66D24E-A68C-C674-F25E-52E597743723}"/>
                </a:ext>
              </a:extLst>
            </p:cNvPr>
            <p:cNvSpPr txBox="1"/>
            <p:nvPr/>
          </p:nvSpPr>
          <p:spPr>
            <a:xfrm>
              <a:off x="756733" y="4653339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R2</a:t>
              </a:r>
              <a:endParaRPr lang="en-NL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3FBA9C4-9150-CEC1-9E5E-5B7D40EFF55A}"/>
                </a:ext>
              </a:extLst>
            </p:cNvPr>
            <p:cNvCxnSpPr>
              <a:cxnSpLocks/>
              <a:endCxn id="38" idx="3"/>
            </p:cNvCxnSpPr>
            <p:nvPr/>
          </p:nvCxnSpPr>
          <p:spPr>
            <a:xfrm>
              <a:off x="1587050" y="5022671"/>
              <a:ext cx="2506718" cy="113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C8D5E14-678E-D298-4FD2-A0A73AFB4DA5}"/>
                </a:ext>
              </a:extLst>
            </p:cNvPr>
            <p:cNvSpPr txBox="1"/>
            <p:nvPr/>
          </p:nvSpPr>
          <p:spPr>
            <a:xfrm>
              <a:off x="5381288" y="4488539"/>
              <a:ext cx="25172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 err="1"/>
                <a:t>unstranded</a:t>
              </a:r>
              <a:endParaRPr lang="en-NL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982B4967-A453-7413-C50F-070AA579BB4D}"/>
                </a:ext>
              </a:extLst>
            </p:cNvPr>
            <p:cNvSpPr txBox="1"/>
            <p:nvPr/>
          </p:nvSpPr>
          <p:spPr>
            <a:xfrm>
              <a:off x="4466888" y="4653339"/>
              <a:ext cx="91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R1</a:t>
              </a:r>
              <a:endParaRPr lang="en-NL" dirty="0"/>
            </a:p>
          </p:txBody>
        </p: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852DE008-57A1-CD6D-38DB-6FBDECBD00E4}"/>
                </a:ext>
              </a:extLst>
            </p:cNvPr>
            <p:cNvCxnSpPr>
              <a:cxnSpLocks/>
            </p:cNvCxnSpPr>
            <p:nvPr/>
          </p:nvCxnSpPr>
          <p:spPr>
            <a:xfrm>
              <a:off x="717320" y="2603937"/>
              <a:ext cx="4167355" cy="0"/>
            </a:xfrm>
            <a:prstGeom prst="line">
              <a:avLst/>
            </a:prstGeom>
            <a:ln>
              <a:prstDash val="sysDas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0934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26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Nina Dombrowski</dc:creator>
  <cp:lastModifiedBy>Nina Dombrowski</cp:lastModifiedBy>
  <cp:revision>1</cp:revision>
  <dcterms:created xsi:type="dcterms:W3CDTF">2025-07-14T08:59:11Z</dcterms:created>
  <dcterms:modified xsi:type="dcterms:W3CDTF">2025-07-14T12:17:45Z</dcterms:modified>
</cp:coreProperties>
</file>